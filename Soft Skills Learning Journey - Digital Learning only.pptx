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tags/tag10.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 id="2147483730" r:id="rId2"/>
    <p:sldMasterId id="2147483671" r:id="rId3"/>
    <p:sldMasterId id="2147483741" r:id="rId4"/>
    <p:sldMasterId id="2147483833" r:id="rId5"/>
  </p:sldMasterIdLst>
  <p:notesMasterIdLst>
    <p:notesMasterId r:id="rId11"/>
  </p:notesMasterIdLst>
  <p:handoutMasterIdLst>
    <p:handoutMasterId r:id="rId12"/>
  </p:handoutMasterIdLst>
  <p:sldIdLst>
    <p:sldId id="405" r:id="rId6"/>
    <p:sldId id="4507" r:id="rId7"/>
    <p:sldId id="6351" r:id="rId8"/>
    <p:sldId id="273" r:id="rId9"/>
    <p:sldId id="274" r:id="rId10"/>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options" id="{3B244085-A06C-4A0D-AC38-1FCCF96387FB}">
          <p14:sldIdLst>
            <p14:sldId id="405"/>
            <p14:sldId id="4507"/>
            <p14:sldId id="6351"/>
            <p14:sldId id="273"/>
          </p14:sldIdLst>
        </p14:section>
        <p14:section name="Section Opener options" id="{D3773CD4-779B-43AF-9FBD-7EF941CCFCD7}">
          <p14:sldIdLst/>
        </p14:section>
        <p14:section name="Content slides" id="{0C749B40-D26C-4827-815A-EF0EDBB1F1D9}">
          <p14:sldIdLst/>
        </p14:section>
        <p14:section name="Content &amp; Image" id="{41083D9C-0E78-4712-A4D2-672A810DDB9A}">
          <p14:sldIdLst/>
        </p14:section>
        <p14:section name="Graphs and charts" id="{EA9C0D2A-1C38-41A1-B096-1BCE05E56F9D}">
          <p14:sldIdLst/>
        </p14:section>
        <p14:section name="Elements" id="{41708F08-FC16-48B6-A0C3-BF7BEC48C524}">
          <p14:sldIdLst>
            <p14:sldId id="27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7E7"/>
    <a:srgbClr val="FF3399"/>
    <a:srgbClr val="0070AD"/>
    <a:srgbClr val="12ABDB"/>
    <a:srgbClr val="FF304C"/>
    <a:srgbClr val="C7FF17"/>
    <a:srgbClr val="2B0A3D"/>
    <a:srgbClr val="300B48"/>
    <a:srgbClr val="D9D9D9"/>
    <a:srgbClr val="95E6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77" autoAdjust="0"/>
    <p:restoredTop sz="93817" autoAdjust="0"/>
  </p:normalViewPr>
  <p:slideViewPr>
    <p:cSldViewPr>
      <p:cViewPr varScale="1">
        <p:scale>
          <a:sx n="62" d="100"/>
          <a:sy n="62" d="100"/>
        </p:scale>
        <p:origin x="1184" y="56"/>
      </p:cViewPr>
      <p:guideLst/>
    </p:cSldViewPr>
  </p:slideViewPr>
  <p:outlineViewPr>
    <p:cViewPr>
      <p:scale>
        <a:sx n="33" d="100"/>
        <a:sy n="33" d="100"/>
      </p:scale>
      <p:origin x="0" y="-58590"/>
    </p:cViewPr>
  </p:outlineViewPr>
  <p:notesTextViewPr>
    <p:cViewPr>
      <p:scale>
        <a:sx n="3" d="2"/>
        <a:sy n="3" d="2"/>
      </p:scale>
      <p:origin x="0" y="0"/>
    </p:cViewPr>
  </p:notesTextViewPr>
  <p:sorterViewPr>
    <p:cViewPr varScale="1">
      <p:scale>
        <a:sx n="100" d="100"/>
        <a:sy n="100" d="100"/>
      </p:scale>
      <p:origin x="0" y="0"/>
    </p:cViewPr>
  </p:sorterViewPr>
  <p:notesViewPr>
    <p:cSldViewPr>
      <p:cViewPr varScale="1">
        <p:scale>
          <a:sx n="59" d="100"/>
          <a:sy n="59" d="100"/>
        </p:scale>
        <p:origin x="2069"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a Govindu, Mylapally" userId="25097381-72a6-447d-b574-bb19eee588b1" providerId="ADAL" clId="{E9597B83-E8CD-470F-80C6-EF31F9F793E8}"/>
    <pc:docChg chg="modSld">
      <pc:chgData name="Venkata Govindu, Mylapally" userId="25097381-72a6-447d-b574-bb19eee588b1" providerId="ADAL" clId="{E9597B83-E8CD-470F-80C6-EF31F9F793E8}" dt="2021-10-06T06:27:42.839" v="0" actId="1076"/>
      <pc:docMkLst>
        <pc:docMk/>
      </pc:docMkLst>
      <pc:sldChg chg="modSp mod">
        <pc:chgData name="Venkata Govindu, Mylapally" userId="25097381-72a6-447d-b574-bb19eee588b1" providerId="ADAL" clId="{E9597B83-E8CD-470F-80C6-EF31F9F793E8}" dt="2021-10-06T06:27:42.839" v="0" actId="1076"/>
        <pc:sldMkLst>
          <pc:docMk/>
          <pc:sldMk cId="834219003" sldId="6351"/>
        </pc:sldMkLst>
        <pc:spChg chg="mod">
          <ac:chgData name="Venkata Govindu, Mylapally" userId="25097381-72a6-447d-b574-bb19eee588b1" providerId="ADAL" clId="{E9597B83-E8CD-470F-80C6-EF31F9F793E8}" dt="2021-10-06T06:27:42.839" v="0" actId="1076"/>
          <ac:spMkLst>
            <pc:docMk/>
            <pc:sldMk cId="834219003" sldId="6351"/>
            <ac:spMk id="15" creationId="{1B82A46F-4284-462F-8201-E8004E6E881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mtClean="0"/>
              <a:t>06/10/2021</a:t>
            </a:fld>
            <a:endParaRPr lang="pt-PT"/>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mtClean="0"/>
              <a:t>‹#›</a:t>
            </a:fld>
            <a:endParaRPr lang="pt-PT"/>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35B8F7-DAC4-4931-8AED-4356A8B2FD64}" type="datetimeFigureOut">
              <a:rPr lang="pt-BR" smtClean="0"/>
              <a:t>06/10/2021</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Editar os estilos de texto do Modelo Global</a:t>
            </a:r>
          </a:p>
          <a:p>
            <a:pPr lvl="1"/>
            <a:r>
              <a:rPr lang="pt-PT"/>
              <a:t>Segundo nível</a:t>
            </a:r>
          </a:p>
          <a:p>
            <a:pPr lvl="2"/>
            <a:r>
              <a:rPr lang="pt-PT"/>
              <a:t>Terceiro nível</a:t>
            </a:r>
          </a:p>
          <a:p>
            <a:pPr lvl="3"/>
            <a:r>
              <a:rPr lang="pt-PT"/>
              <a:t>Quarto nível</a:t>
            </a:r>
          </a:p>
          <a:p>
            <a:pPr lvl="4"/>
            <a:r>
              <a:rPr lang="pt-PT"/>
              <a:t>Quinto nível</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696B5C-12A0-4042-B4D0-BD3B9A4F58C6}" type="slidenum">
              <a:rPr lang="pt-BR" smtClean="0"/>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00" dirty="0"/>
          </a:p>
        </p:txBody>
      </p:sp>
      <p:sp>
        <p:nvSpPr>
          <p:cNvPr id="4" name="Slide Number Placeholder 3"/>
          <p:cNvSpPr>
            <a:spLocks noGrp="1"/>
          </p:cNvSpPr>
          <p:nvPr>
            <p:ph type="sldNum" sz="quarter" idx="5"/>
          </p:nvPr>
        </p:nvSpPr>
        <p:spPr/>
        <p:txBody>
          <a:bodyPr/>
          <a:lstStyle/>
          <a:p>
            <a:fld id="{C0696B5C-12A0-4042-B4D0-BD3B9A4F58C6}" type="slidenum">
              <a:rPr lang="pt-BR" smtClean="0"/>
              <a:t>1</a:t>
            </a:fld>
            <a:endParaRPr lang="pt-BR"/>
          </a:p>
        </p:txBody>
      </p:sp>
    </p:spTree>
    <p:extLst>
      <p:ext uri="{BB962C8B-B14F-4D97-AF65-F5344CB8AC3E}">
        <p14:creationId xmlns:p14="http://schemas.microsoft.com/office/powerpoint/2010/main" val="3514270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a:t>https://drive.google.com/file/d/1TrZWlzzOXqHKzo8JgFoRr9jjV0r5lW1v/view?usp=sharing</a:t>
            </a:r>
            <a:endParaRPr lang="en-US" sz="900" b="0" i="0" u="none" kern="120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5"/>
          </p:nvPr>
        </p:nvSpPr>
        <p:spPr/>
        <p:txBody>
          <a:bodyPr/>
          <a:lstStyle/>
          <a:p>
            <a:fld id="{C0696B5C-12A0-4042-B4D0-BD3B9A4F58C6}" type="slidenum">
              <a:rPr lang="pt-BR" smtClean="0"/>
              <a:pPr/>
              <a:t>3</a:t>
            </a:fld>
            <a:endParaRPr lang="pt-BR"/>
          </a:p>
        </p:txBody>
      </p:sp>
    </p:spTree>
    <p:extLst>
      <p:ext uri="{BB962C8B-B14F-4D97-AF65-F5344CB8AC3E}">
        <p14:creationId xmlns:p14="http://schemas.microsoft.com/office/powerpoint/2010/main" val="9560358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6.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6.emf"/></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7.emf"/><Relationship Id="rId4" Type="http://schemas.openxmlformats.org/officeDocument/2006/relationships/oleObject" Target="../embeddings/oleObject4.bin"/></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3.xml"/><Relationship Id="rId6" Type="http://schemas.openxmlformats.org/officeDocument/2006/relationships/hyperlink" Target="https://www.capgemini.com/optimize-your-business-and-it-operations" TargetMode="Externa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hyperlink" Target="https://www.capgemini.com/optimize-your-business-and-it-operations" TargetMode="Externa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www.capgemini.com/optimize-your-business-and-it-operations" TargetMode="External"/><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3.xml"/><Relationship Id="rId6" Type="http://schemas.openxmlformats.org/officeDocument/2006/relationships/hyperlink" Target="https://www.capgemini.com/optimize-your-business-and-it-operations" TargetMode="External"/><Relationship Id="rId5" Type="http://schemas.openxmlformats.org/officeDocument/2006/relationships/image" Target="../media/image4.svg"/><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3.xml"/><Relationship Id="rId4" Type="http://schemas.openxmlformats.org/officeDocument/2006/relationships/hyperlink" Target="https://www.capgemini.com/optimize-your-business-and-it-operations" TargetMode="External"/></Relationships>
</file>

<file path=ppt/slideLayouts/_rels/slideLayout29.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3.xml"/><Relationship Id="rId4" Type="http://schemas.openxmlformats.org/officeDocument/2006/relationships/hyperlink" Target="https://www.capgemini.com/optimize-your-business-and-it-operations" TargetMode="External"/></Relationships>
</file>

<file path=ppt/slideLayouts/_rels/slideLayout32.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capgemini.com/optimize-your-business-and-it-operations" TargetMode="External"/></Relationships>
</file>

<file path=ppt/slideLayouts/_rels/slideLayout34.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28.png"/><Relationship Id="rId7" Type="http://schemas.openxmlformats.org/officeDocument/2006/relationships/image" Target="../media/image30.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32.png"/><Relationship Id="rId5" Type="http://schemas.openxmlformats.org/officeDocument/2006/relationships/image" Target="../media/image2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31.png"/></Relationships>
</file>

<file path=ppt/slideLayouts/_rels/slideLayout36.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35.png"/><Relationship Id="rId18" Type="http://schemas.openxmlformats.org/officeDocument/2006/relationships/hyperlink" Target="http://www.facebook.com/capgemini" TargetMode="External"/><Relationship Id="rId3" Type="http://schemas.openxmlformats.org/officeDocument/2006/relationships/tags" Target="../tags/tag8.xml"/><Relationship Id="rId21" Type="http://schemas.openxmlformats.org/officeDocument/2006/relationships/hyperlink" Target="http://www.capgemini.com/" TargetMode="External"/><Relationship Id="rId7" Type="http://schemas.openxmlformats.org/officeDocument/2006/relationships/image" Target="../media/image33.png"/><Relationship Id="rId12" Type="http://schemas.openxmlformats.org/officeDocument/2006/relationships/hyperlink" Target="http://www.twitter.com/capgemini" TargetMode="External"/><Relationship Id="rId17" Type="http://schemas.microsoft.com/office/2007/relationships/hdphoto" Target="../media/hdphoto4.wdp"/><Relationship Id="rId2" Type="http://schemas.openxmlformats.org/officeDocument/2006/relationships/tags" Target="../tags/tag7.xml"/><Relationship Id="rId16" Type="http://schemas.openxmlformats.org/officeDocument/2006/relationships/image" Target="../media/image36.png"/><Relationship Id="rId20" Type="http://schemas.microsoft.com/office/2007/relationships/hdphoto" Target="../media/hdphoto5.wdp"/><Relationship Id="rId1" Type="http://schemas.openxmlformats.org/officeDocument/2006/relationships/tags" Target="../tags/tag6.xml"/><Relationship Id="rId6" Type="http://schemas.openxmlformats.org/officeDocument/2006/relationships/hyperlink" Target="http://www.linkedin.com/company/capgemini" TargetMode="External"/><Relationship Id="rId11" Type="http://schemas.microsoft.com/office/2007/relationships/hdphoto" Target="../media/hdphoto2.wdp"/><Relationship Id="rId5" Type="http://schemas.openxmlformats.org/officeDocument/2006/relationships/slideMaster" Target="../slideMasters/slideMaster3.xml"/><Relationship Id="rId15" Type="http://schemas.openxmlformats.org/officeDocument/2006/relationships/hyperlink" Target="http://www.youtube.com/capgeminimedia" TargetMode="External"/><Relationship Id="rId10" Type="http://schemas.openxmlformats.org/officeDocument/2006/relationships/image" Target="../media/image34.png"/><Relationship Id="rId19" Type="http://schemas.openxmlformats.org/officeDocument/2006/relationships/image" Target="../media/image37.png"/><Relationship Id="rId4" Type="http://schemas.openxmlformats.org/officeDocument/2006/relationships/tags" Target="../tags/tag9.xml"/><Relationship Id="rId9" Type="http://schemas.openxmlformats.org/officeDocument/2006/relationships/hyperlink" Target="http://www.slideshare.net/capgemini" TargetMode="External"/><Relationship Id="rId14" Type="http://schemas.microsoft.com/office/2007/relationships/hdphoto" Target="../media/hdphoto3.wdp"/></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hyperlink" Target="https://www.capgemini.com/optimize-your-business-and-it-operations" TargetMode="External"/><Relationship Id="rId2" Type="http://schemas.openxmlformats.org/officeDocument/2006/relationships/image" Target="../media/image38.png"/><Relationship Id="rId1" Type="http://schemas.openxmlformats.org/officeDocument/2006/relationships/slideMaster" Target="../slideMasters/slideMaster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8.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4.xml"/><Relationship Id="rId4" Type="http://schemas.openxmlformats.org/officeDocument/2006/relationships/hyperlink" Target="https://www.capgemini.com/optimize-your-business-and-it-operations" TargetMode="Externa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 Id="rId4" Type="http://schemas.openxmlformats.org/officeDocument/2006/relationships/hyperlink" Target="https://www.capgemini.com/optimize-your-business-and-it-operations" TargetMode="Externa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4.xml"/><Relationship Id="rId6" Type="http://schemas.openxmlformats.org/officeDocument/2006/relationships/hyperlink" Target="https://www.capgemini.com/optimize-your-business-and-it-operations" TargetMode="External"/><Relationship Id="rId5" Type="http://schemas.openxmlformats.org/officeDocument/2006/relationships/image" Target="../media/image44.sv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capgemini.com/optimize-your-business-and-it-operations" TargetMode="External"/></Relationships>
</file>

<file path=ppt/slideLayouts/_rels/slideLayout43.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4.svg"/><Relationship Id="rId2" Type="http://schemas.openxmlformats.org/officeDocument/2006/relationships/image" Target="../media/image47.png"/><Relationship Id="rId1" Type="http://schemas.openxmlformats.org/officeDocument/2006/relationships/slideMaster" Target="../slideMasters/slideMaster4.xml"/><Relationship Id="rId6" Type="http://schemas.openxmlformats.org/officeDocument/2006/relationships/image" Target="../media/image3.png"/><Relationship Id="rId5" Type="http://schemas.openxmlformats.org/officeDocument/2006/relationships/hyperlink" Target="https://www.capgemini.com/optimize-your-business-and-it-operations" TargetMode="External"/><Relationship Id="rId4" Type="http://schemas.openxmlformats.org/officeDocument/2006/relationships/image" Target="../media/image49.svg"/></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10.xml"/><Relationship Id="rId4" Type="http://schemas.openxmlformats.org/officeDocument/2006/relationships/image" Target="../media/image6.emf"/></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2">
    <p:spTree>
      <p:nvGrpSpPr>
        <p:cNvPr id="1" name=""/>
        <p:cNvGrpSpPr/>
        <p:nvPr/>
      </p:nvGrpSpPr>
      <p:grpSpPr>
        <a:xfrm>
          <a:off x="0" y="0"/>
          <a:ext cx="0" cy="0"/>
          <a:chOff x="0" y="0"/>
          <a:chExt cx="0" cy="0"/>
        </a:xfrm>
      </p:grpSpPr>
      <p:sp>
        <p:nvSpPr>
          <p:cNvPr id="4" name="Rectangle 3"/>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17">
            <a:extLst>
              <a:ext uri="{FF2B5EF4-FFF2-40B4-BE49-F238E27FC236}">
                <a16:creationId xmlns:a16="http://schemas.microsoft.com/office/drawing/2014/main" id="{829BBBD1-ECF6-4131-A3B0-11EFC39DB48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b="46599"/>
          <a:stretch/>
        </p:blipFill>
        <p:spPr>
          <a:xfrm flipH="1">
            <a:off x="3773714" y="1844825"/>
            <a:ext cx="8418286" cy="5013176"/>
          </a:xfrm>
          <a:prstGeom prst="rect">
            <a:avLst/>
          </a:prstGeom>
        </p:spPr>
      </p:pic>
      <p:pic>
        <p:nvPicPr>
          <p:cNvPr id="5"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7988" y="404813"/>
            <a:ext cx="2286000" cy="510013"/>
          </a:xfrm>
          <a:prstGeom prst="rect">
            <a:avLst/>
          </a:prstGeom>
        </p:spPr>
      </p:pic>
      <p:sp>
        <p:nvSpPr>
          <p:cNvPr id="14" name="Text Placeholder 13">
            <a:extLst>
              <a:ext uri="{FF2B5EF4-FFF2-40B4-BE49-F238E27FC236}">
                <a16:creationId xmlns:a16="http://schemas.microsoft.com/office/drawing/2014/main" id="{4252348C-45B4-48E3-B74B-8E834575C8AA}"/>
              </a:ext>
            </a:extLst>
          </p:cNvPr>
          <p:cNvSpPr>
            <a:spLocks noGrp="1"/>
          </p:cNvSpPr>
          <p:nvPr>
            <p:ph type="body" sz="quarter" idx="10" hasCustomPrompt="1"/>
          </p:nvPr>
        </p:nvSpPr>
        <p:spPr>
          <a:xfrm>
            <a:off x="6384032" y="4157668"/>
            <a:ext cx="5399981" cy="1079500"/>
          </a:xfrm>
        </p:spPr>
        <p:txBody>
          <a:bodyPr anchor="b">
            <a:normAutofit/>
          </a:bodyPr>
          <a:lstStyle>
            <a:lvl1pPr algn="r">
              <a:lnSpc>
                <a:spcPts val="3000"/>
              </a:lnSpc>
              <a:defRPr sz="2600">
                <a:solidFill>
                  <a:schemeClr val="bg1"/>
                </a:solidFill>
              </a:defRPr>
            </a:lvl1pPr>
          </a:lstStyle>
          <a:p>
            <a:pPr lvl="0"/>
            <a:r>
              <a:rPr lang="en-US" dirty="0"/>
              <a:t>Click to insert title</a:t>
            </a:r>
          </a:p>
        </p:txBody>
      </p:sp>
      <p:sp>
        <p:nvSpPr>
          <p:cNvPr id="15" name="Text Placeholder 13">
            <a:extLst>
              <a:ext uri="{FF2B5EF4-FFF2-40B4-BE49-F238E27FC236}">
                <a16:creationId xmlns:a16="http://schemas.microsoft.com/office/drawing/2014/main" id="{97620309-84FF-4D53-AD39-936B55216B4B}"/>
              </a:ext>
            </a:extLst>
          </p:cNvPr>
          <p:cNvSpPr>
            <a:spLocks noGrp="1"/>
          </p:cNvSpPr>
          <p:nvPr>
            <p:ph type="body" sz="quarter" idx="11" hasCustomPrompt="1"/>
          </p:nvPr>
        </p:nvSpPr>
        <p:spPr>
          <a:xfrm>
            <a:off x="6382672" y="5381481"/>
            <a:ext cx="5401341" cy="1079500"/>
          </a:xfrm>
        </p:spPr>
        <p:txBody>
          <a:bodyPr anchor="t">
            <a:normAutofit/>
          </a:bodyPr>
          <a:lstStyle>
            <a:lvl1pPr marL="0" algn="r">
              <a:lnSpc>
                <a:spcPts val="2200"/>
              </a:lnSpc>
              <a:defRPr sz="1800">
                <a:solidFill>
                  <a:schemeClr val="bg1"/>
                </a:solidFill>
              </a:defRPr>
            </a:lvl1pPr>
          </a:lstStyle>
          <a:p>
            <a:pPr marL="0" lvl="0"/>
            <a:r>
              <a:rPr lang="en-US" dirty="0"/>
              <a:t>Click to insert presenter, location, and date</a:t>
            </a:r>
          </a:p>
        </p:txBody>
      </p:sp>
    </p:spTree>
    <p:extLst>
      <p:ext uri="{BB962C8B-B14F-4D97-AF65-F5344CB8AC3E}">
        <p14:creationId xmlns:p14="http://schemas.microsoft.com/office/powerpoint/2010/main" val="548120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3">
    <p:bg>
      <p:bgPr>
        <a:solidFill>
          <a:schemeClr val="bg1"/>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7988" y="404813"/>
            <a:ext cx="2286000" cy="510013"/>
          </a:xfrm>
          <a:prstGeom prst="rect">
            <a:avLst/>
          </a:prstGeom>
        </p:spPr>
      </p:pic>
      <p:sp>
        <p:nvSpPr>
          <p:cNvPr id="10" name="Text Placeholder 13">
            <a:extLst>
              <a:ext uri="{FF2B5EF4-FFF2-40B4-BE49-F238E27FC236}">
                <a16:creationId xmlns:a16="http://schemas.microsoft.com/office/drawing/2014/main" id="{7D1DC75A-C7A4-44A4-B19C-D445335545B0}"/>
              </a:ext>
            </a:extLst>
          </p:cNvPr>
          <p:cNvSpPr>
            <a:spLocks noGrp="1"/>
          </p:cNvSpPr>
          <p:nvPr userDrawn="1">
            <p:ph type="body" sz="quarter" idx="11" hasCustomPrompt="1"/>
          </p:nvPr>
        </p:nvSpPr>
        <p:spPr>
          <a:xfrm>
            <a:off x="407988" y="2276872"/>
            <a:ext cx="5399980" cy="869950"/>
          </a:xfrm>
        </p:spPr>
        <p:txBody>
          <a:bodyPr lIns="0" tIns="0" rIns="0" bIns="0" anchor="b">
            <a:normAutofit/>
          </a:bodyPr>
          <a:lstStyle>
            <a:lvl1pPr>
              <a:lnSpc>
                <a:spcPts val="3000"/>
              </a:lnSpc>
              <a:defRPr sz="2600">
                <a:solidFill>
                  <a:schemeClr val="tx2"/>
                </a:solidFill>
              </a:defRPr>
            </a:lvl1pPr>
            <a:lvl2pPr>
              <a:defRPr sz="2400">
                <a:solidFill>
                  <a:schemeClr val="bg1"/>
                </a:solidFill>
              </a:defRPr>
            </a:lvl2pPr>
          </a:lstStyle>
          <a:p>
            <a:pPr lvl="0"/>
            <a:r>
              <a:rPr lang="en-US" dirty="0"/>
              <a:t>Click to insert title</a:t>
            </a:r>
            <a:endParaRPr lang="pt-PT" dirty="0"/>
          </a:p>
        </p:txBody>
      </p:sp>
      <p:sp>
        <p:nvSpPr>
          <p:cNvPr id="11" name="Text Placeholder 13">
            <a:extLst>
              <a:ext uri="{FF2B5EF4-FFF2-40B4-BE49-F238E27FC236}">
                <a16:creationId xmlns:a16="http://schemas.microsoft.com/office/drawing/2014/main" id="{563879A0-0979-491A-8758-371BB7AD935B}"/>
              </a:ext>
            </a:extLst>
          </p:cNvPr>
          <p:cNvSpPr>
            <a:spLocks noGrp="1"/>
          </p:cNvSpPr>
          <p:nvPr userDrawn="1">
            <p:ph type="body" sz="quarter" idx="12" hasCustomPrompt="1"/>
          </p:nvPr>
        </p:nvSpPr>
        <p:spPr>
          <a:xfrm>
            <a:off x="407988" y="3261834"/>
            <a:ext cx="5399980" cy="1196340"/>
          </a:xfrm>
        </p:spPr>
        <p:txBody>
          <a:bodyPr lIns="0" tIns="0" rIns="0" bIns="0">
            <a:normAutofit/>
          </a:bodyPr>
          <a:lstStyle>
            <a:lvl1pPr>
              <a:lnSpc>
                <a:spcPts val="1800"/>
              </a:lnSpc>
              <a:defRPr sz="1600">
                <a:solidFill>
                  <a:schemeClr val="accent2"/>
                </a:solidFill>
              </a:defRPr>
            </a:lvl1pPr>
            <a:lvl2pPr>
              <a:defRPr sz="1600">
                <a:solidFill>
                  <a:schemeClr val="bg1"/>
                </a:solidFill>
              </a:defRPr>
            </a:lvl2pPr>
          </a:lstStyle>
          <a:p>
            <a:pPr lvl="0"/>
            <a:r>
              <a:rPr lang="en-US" dirty="0"/>
              <a:t>Click to insert presenter, location, and date</a:t>
            </a:r>
            <a:endParaRPr lang="pt-PT" dirty="0"/>
          </a:p>
        </p:txBody>
      </p:sp>
      <p:sp>
        <p:nvSpPr>
          <p:cNvPr id="4" name="Freeform 11"/>
          <p:cNvSpPr>
            <a:spLocks/>
          </p:cNvSpPr>
          <p:nvPr userDrawn="1"/>
        </p:nvSpPr>
        <p:spPr bwMode="auto">
          <a:xfrm rot="16200000" flipH="1">
            <a:off x="6370124" y="13910"/>
            <a:ext cx="6353908" cy="6326091"/>
          </a:xfrm>
          <a:custGeom>
            <a:avLst/>
            <a:gdLst>
              <a:gd name="T0" fmla="*/ 909 w 1432"/>
              <a:gd name="T1" fmla="*/ 1425 h 1425"/>
              <a:gd name="T2" fmla="*/ 934 w 1432"/>
              <a:gd name="T3" fmla="*/ 0 h 1425"/>
              <a:gd name="T4" fmla="*/ 0 w 1432"/>
              <a:gd name="T5" fmla="*/ 231 h 1425"/>
              <a:gd name="T6" fmla="*/ 0 w 1432"/>
              <a:gd name="T7" fmla="*/ 1425 h 1425"/>
              <a:gd name="T8" fmla="*/ 909 w 1432"/>
              <a:gd name="T9" fmla="*/ 1425 h 1425"/>
            </a:gdLst>
            <a:ahLst/>
            <a:cxnLst>
              <a:cxn ang="0">
                <a:pos x="T0" y="T1"/>
              </a:cxn>
              <a:cxn ang="0">
                <a:pos x="T2" y="T3"/>
              </a:cxn>
              <a:cxn ang="0">
                <a:pos x="T4" y="T5"/>
              </a:cxn>
              <a:cxn ang="0">
                <a:pos x="T6" y="T7"/>
              </a:cxn>
              <a:cxn ang="0">
                <a:pos x="T8" y="T9"/>
              </a:cxn>
            </a:cxnLst>
            <a:rect l="0" t="0" r="r" b="b"/>
            <a:pathLst>
              <a:path w="1432" h="1425">
                <a:moveTo>
                  <a:pt x="909" y="1425"/>
                </a:moveTo>
                <a:cubicBezTo>
                  <a:pt x="1358" y="720"/>
                  <a:pt x="1432" y="301"/>
                  <a:pt x="934" y="0"/>
                </a:cubicBezTo>
                <a:cubicBezTo>
                  <a:pt x="392" y="295"/>
                  <a:pt x="129" y="297"/>
                  <a:pt x="0" y="231"/>
                </a:cubicBezTo>
                <a:cubicBezTo>
                  <a:pt x="0" y="1425"/>
                  <a:pt x="0" y="1425"/>
                  <a:pt x="0" y="1425"/>
                </a:cubicBezTo>
                <a:lnTo>
                  <a:pt x="909" y="1425"/>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411466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4 (with image)">
    <p:bg>
      <p:bgPr>
        <a:solidFill>
          <a:schemeClr val="bg1"/>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7988" y="404813"/>
            <a:ext cx="2286000" cy="510013"/>
          </a:xfrm>
          <a:prstGeom prst="rect">
            <a:avLst/>
          </a:prstGeom>
        </p:spPr>
      </p:pic>
      <p:sp>
        <p:nvSpPr>
          <p:cNvPr id="10" name="Text Placeholder 13">
            <a:extLst>
              <a:ext uri="{FF2B5EF4-FFF2-40B4-BE49-F238E27FC236}">
                <a16:creationId xmlns:a16="http://schemas.microsoft.com/office/drawing/2014/main" id="{7D1DC75A-C7A4-44A4-B19C-D445335545B0}"/>
              </a:ext>
            </a:extLst>
          </p:cNvPr>
          <p:cNvSpPr>
            <a:spLocks noGrp="1"/>
          </p:cNvSpPr>
          <p:nvPr userDrawn="1">
            <p:ph type="body" sz="quarter" idx="11" hasCustomPrompt="1"/>
          </p:nvPr>
        </p:nvSpPr>
        <p:spPr>
          <a:xfrm>
            <a:off x="407988" y="3555553"/>
            <a:ext cx="5399980" cy="869950"/>
          </a:xfrm>
        </p:spPr>
        <p:txBody>
          <a:bodyPr lIns="0" tIns="0" rIns="0" bIns="0" anchor="b">
            <a:normAutofit/>
          </a:bodyPr>
          <a:lstStyle>
            <a:lvl1pPr>
              <a:lnSpc>
                <a:spcPts val="3000"/>
              </a:lnSpc>
              <a:defRPr sz="2600">
                <a:solidFill>
                  <a:schemeClr val="tx2"/>
                </a:solidFill>
              </a:defRPr>
            </a:lvl1pPr>
            <a:lvl2pPr>
              <a:defRPr sz="2400">
                <a:solidFill>
                  <a:schemeClr val="bg1"/>
                </a:solidFill>
              </a:defRPr>
            </a:lvl2pPr>
          </a:lstStyle>
          <a:p>
            <a:pPr lvl="0"/>
            <a:r>
              <a:rPr lang="en-US" dirty="0"/>
              <a:t>Click to insert title</a:t>
            </a:r>
            <a:endParaRPr lang="pt-PT" dirty="0"/>
          </a:p>
        </p:txBody>
      </p:sp>
      <p:sp>
        <p:nvSpPr>
          <p:cNvPr id="11" name="Text Placeholder 13">
            <a:extLst>
              <a:ext uri="{FF2B5EF4-FFF2-40B4-BE49-F238E27FC236}">
                <a16:creationId xmlns:a16="http://schemas.microsoft.com/office/drawing/2014/main" id="{563879A0-0979-491A-8758-371BB7AD935B}"/>
              </a:ext>
            </a:extLst>
          </p:cNvPr>
          <p:cNvSpPr>
            <a:spLocks noGrp="1"/>
          </p:cNvSpPr>
          <p:nvPr userDrawn="1">
            <p:ph type="body" sz="quarter" idx="12" hasCustomPrompt="1"/>
          </p:nvPr>
        </p:nvSpPr>
        <p:spPr>
          <a:xfrm>
            <a:off x="407988" y="4540515"/>
            <a:ext cx="5399980" cy="1196340"/>
          </a:xfrm>
        </p:spPr>
        <p:txBody>
          <a:bodyPr lIns="0" tIns="0" rIns="0" bIns="0">
            <a:normAutofit/>
          </a:bodyPr>
          <a:lstStyle>
            <a:lvl1pPr>
              <a:lnSpc>
                <a:spcPts val="1800"/>
              </a:lnSpc>
              <a:defRPr sz="1600">
                <a:solidFill>
                  <a:schemeClr val="accent2"/>
                </a:solidFill>
              </a:defRPr>
            </a:lvl1pPr>
            <a:lvl2pPr>
              <a:defRPr sz="1600">
                <a:solidFill>
                  <a:schemeClr val="bg1"/>
                </a:solidFill>
              </a:defRPr>
            </a:lvl2pPr>
          </a:lstStyle>
          <a:p>
            <a:pPr lvl="0"/>
            <a:r>
              <a:rPr lang="en-US" dirty="0"/>
              <a:t>Click to insert presenter, location, and date</a:t>
            </a:r>
            <a:endParaRPr lang="pt-PT" dirty="0"/>
          </a:p>
        </p:txBody>
      </p:sp>
      <p:sp>
        <p:nvSpPr>
          <p:cNvPr id="7" name="Freeform 6"/>
          <p:cNvSpPr>
            <a:spLocks/>
          </p:cNvSpPr>
          <p:nvPr userDrawn="1"/>
        </p:nvSpPr>
        <p:spPr bwMode="auto">
          <a:xfrm rot="16200000" flipH="1">
            <a:off x="6370124" y="13910"/>
            <a:ext cx="6353908" cy="6326091"/>
          </a:xfrm>
          <a:custGeom>
            <a:avLst/>
            <a:gdLst>
              <a:gd name="T0" fmla="*/ 909 w 1432"/>
              <a:gd name="T1" fmla="*/ 1425 h 1425"/>
              <a:gd name="T2" fmla="*/ 934 w 1432"/>
              <a:gd name="T3" fmla="*/ 0 h 1425"/>
              <a:gd name="T4" fmla="*/ 0 w 1432"/>
              <a:gd name="T5" fmla="*/ 231 h 1425"/>
              <a:gd name="T6" fmla="*/ 0 w 1432"/>
              <a:gd name="T7" fmla="*/ 1425 h 1425"/>
              <a:gd name="T8" fmla="*/ 909 w 1432"/>
              <a:gd name="T9" fmla="*/ 1425 h 1425"/>
            </a:gdLst>
            <a:ahLst/>
            <a:cxnLst>
              <a:cxn ang="0">
                <a:pos x="T0" y="T1"/>
              </a:cxn>
              <a:cxn ang="0">
                <a:pos x="T2" y="T3"/>
              </a:cxn>
              <a:cxn ang="0">
                <a:pos x="T4" y="T5"/>
              </a:cxn>
              <a:cxn ang="0">
                <a:pos x="T6" y="T7"/>
              </a:cxn>
              <a:cxn ang="0">
                <a:pos x="T8" y="T9"/>
              </a:cxn>
            </a:cxnLst>
            <a:rect l="0" t="0" r="r" b="b"/>
            <a:pathLst>
              <a:path w="1432" h="1425">
                <a:moveTo>
                  <a:pt x="909" y="1425"/>
                </a:moveTo>
                <a:cubicBezTo>
                  <a:pt x="1358" y="720"/>
                  <a:pt x="1432" y="301"/>
                  <a:pt x="934" y="0"/>
                </a:cubicBezTo>
                <a:cubicBezTo>
                  <a:pt x="392" y="295"/>
                  <a:pt x="129" y="297"/>
                  <a:pt x="0" y="231"/>
                </a:cubicBezTo>
                <a:cubicBezTo>
                  <a:pt x="0" y="1425"/>
                  <a:pt x="0" y="1425"/>
                  <a:pt x="0" y="1425"/>
                </a:cubicBezTo>
                <a:lnTo>
                  <a:pt x="909" y="1425"/>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8" name="Picture Placeholder 8">
            <a:extLst>
              <a:ext uri="{FF2B5EF4-FFF2-40B4-BE49-F238E27FC236}">
                <a16:creationId xmlns:a16="http://schemas.microsoft.com/office/drawing/2014/main" id="{029072D2-C914-4387-8C30-FF5B99DAEA1D}"/>
              </a:ext>
            </a:extLst>
          </p:cNvPr>
          <p:cNvPicPr>
            <a:picLocks noChangeAspect="1"/>
          </p:cNvPicPr>
          <p:nvPr userDrawn="1"/>
        </p:nvPicPr>
        <p:blipFill rotWithShape="1">
          <a:blip r:embed="rId4">
            <a:clrChange>
              <a:clrFrom>
                <a:srgbClr val="DBE3F3">
                  <a:alpha val="96863"/>
                </a:srgbClr>
              </a:clrFrom>
              <a:clrTo>
                <a:srgbClr val="DBE3F3">
                  <a:alpha val="0"/>
                </a:srgbClr>
              </a:clrTo>
            </a:clrChange>
            <a:extLst>
              <a:ext uri="{28A0092B-C50C-407E-A947-70E740481C1C}">
                <a14:useLocalDpi xmlns:a14="http://schemas.microsoft.com/office/drawing/2010/main" val="0"/>
              </a:ext>
            </a:extLst>
          </a:blip>
          <a:srcRect l="7775" r="43208"/>
          <a:stretch/>
        </p:blipFill>
        <p:spPr>
          <a:xfrm>
            <a:off x="6212308" y="1"/>
            <a:ext cx="5976664" cy="6859588"/>
          </a:xfrm>
          <a:prstGeom prst="rect">
            <a:avLst/>
          </a:prstGeom>
        </p:spPr>
      </p:pic>
    </p:spTree>
    <p:extLst>
      <p:ext uri="{BB962C8B-B14F-4D97-AF65-F5344CB8AC3E}">
        <p14:creationId xmlns:p14="http://schemas.microsoft.com/office/powerpoint/2010/main" val="612050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ogo Whit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7B390E6-46A0-4BED-B3E2-3051836E07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07267" y="2606029"/>
            <a:ext cx="7377467" cy="1645943"/>
          </a:xfrm>
          <a:prstGeom prst="rect">
            <a:avLst/>
          </a:prstGeom>
        </p:spPr>
      </p:pic>
    </p:spTree>
    <p:extLst>
      <p:ext uri="{BB962C8B-B14F-4D97-AF65-F5344CB8AC3E}">
        <p14:creationId xmlns:p14="http://schemas.microsoft.com/office/powerpoint/2010/main" val="2953337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5 (Image placeholder)">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11">
            <a:extLst>
              <a:ext uri="{FF2B5EF4-FFF2-40B4-BE49-F238E27FC236}">
                <a16:creationId xmlns:a16="http://schemas.microsoft.com/office/drawing/2014/main" id="{25D6B527-14EF-4F30-9C9C-691EC4327EE7}"/>
              </a:ext>
            </a:extLst>
          </p:cNvPr>
          <p:cNvSpPr>
            <a:spLocks noGrp="1"/>
          </p:cNvSpPr>
          <p:nvPr>
            <p:ph type="pic" sz="quarter" idx="10"/>
          </p:nvPr>
        </p:nvSpPr>
        <p:spPr>
          <a:xfrm>
            <a:off x="4298310" y="-1588"/>
            <a:ext cx="7893690" cy="6859588"/>
          </a:xfrm>
        </p:spPr>
        <p:txBody>
          <a:bodyPr anchor="ctr"/>
          <a:lstStyle>
            <a:lvl1pPr algn="ctr">
              <a:defRPr/>
            </a:lvl1pPr>
          </a:lstStyle>
          <a:p>
            <a:r>
              <a:rPr lang="en-US"/>
              <a:t>Click icon to add picture</a:t>
            </a:r>
            <a:endParaRPr lang="pt-PT" dirty="0"/>
          </a:p>
        </p:txBody>
      </p:sp>
      <p:sp>
        <p:nvSpPr>
          <p:cNvPr id="14" name="Text Placeholder 13">
            <a:extLst>
              <a:ext uri="{FF2B5EF4-FFF2-40B4-BE49-F238E27FC236}">
                <a16:creationId xmlns:a16="http://schemas.microsoft.com/office/drawing/2014/main" id="{B83CBA49-BBF9-4CF0-9E0B-FF67BA149660}"/>
              </a:ext>
            </a:extLst>
          </p:cNvPr>
          <p:cNvSpPr>
            <a:spLocks noGrp="1"/>
          </p:cNvSpPr>
          <p:nvPr>
            <p:ph type="body" sz="quarter" idx="11" hasCustomPrompt="1"/>
          </p:nvPr>
        </p:nvSpPr>
        <p:spPr>
          <a:xfrm>
            <a:off x="407988" y="3068960"/>
            <a:ext cx="4103688" cy="863600"/>
          </a:xfrm>
        </p:spPr>
        <p:txBody>
          <a:bodyPr lIns="0" tIns="0" rIns="0" bIns="0" anchor="b">
            <a:normAutofit/>
          </a:bodyPr>
          <a:lstStyle>
            <a:lvl1pPr>
              <a:lnSpc>
                <a:spcPts val="3000"/>
              </a:lnSpc>
              <a:defRPr sz="2600">
                <a:solidFill>
                  <a:srgbClr val="0070AD"/>
                </a:solidFill>
              </a:defRPr>
            </a:lvl1pPr>
            <a:lvl2pPr>
              <a:defRPr sz="2400">
                <a:solidFill>
                  <a:srgbClr val="0070AD"/>
                </a:solidFill>
              </a:defRPr>
            </a:lvl2pPr>
          </a:lstStyle>
          <a:p>
            <a:pPr lvl="0"/>
            <a:r>
              <a:rPr lang="en-US" dirty="0"/>
              <a:t>Click to insert title</a:t>
            </a:r>
            <a:endParaRPr lang="pt-PT" dirty="0"/>
          </a:p>
        </p:txBody>
      </p:sp>
      <p:sp>
        <p:nvSpPr>
          <p:cNvPr id="15" name="Text Placeholder 13">
            <a:extLst>
              <a:ext uri="{FF2B5EF4-FFF2-40B4-BE49-F238E27FC236}">
                <a16:creationId xmlns:a16="http://schemas.microsoft.com/office/drawing/2014/main" id="{F4C94DDB-5E07-4F17-ABAA-3E9C5E8683A1}"/>
              </a:ext>
            </a:extLst>
          </p:cNvPr>
          <p:cNvSpPr>
            <a:spLocks noGrp="1"/>
          </p:cNvSpPr>
          <p:nvPr>
            <p:ph type="body" sz="quarter" idx="12" hasCustomPrompt="1"/>
          </p:nvPr>
        </p:nvSpPr>
        <p:spPr>
          <a:xfrm>
            <a:off x="407988" y="4040163"/>
            <a:ext cx="4103688" cy="1189037"/>
          </a:xfrm>
        </p:spPr>
        <p:txBody>
          <a:bodyPr lIns="0" tIns="0" rIns="0" bIns="0">
            <a:normAutofit/>
          </a:bodyPr>
          <a:lstStyle>
            <a:lvl1pPr>
              <a:lnSpc>
                <a:spcPts val="1800"/>
              </a:lnSpc>
              <a:defRPr sz="1600">
                <a:solidFill>
                  <a:srgbClr val="0070AD"/>
                </a:solidFill>
              </a:defRPr>
            </a:lvl1pPr>
            <a:lvl2pPr>
              <a:defRPr sz="1600">
                <a:solidFill>
                  <a:srgbClr val="0070AD"/>
                </a:solidFill>
              </a:defRPr>
            </a:lvl2pPr>
          </a:lstStyle>
          <a:p>
            <a:pPr lvl="0"/>
            <a:r>
              <a:rPr lang="en-US" dirty="0"/>
              <a:t>Click to insert presenter, location, and date</a:t>
            </a:r>
            <a:endParaRPr lang="pt-PT" dirty="0"/>
          </a:p>
        </p:txBody>
      </p:sp>
      <p:pic>
        <p:nvPicPr>
          <p:cNvPr id="5"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7988" y="404813"/>
            <a:ext cx="2286000" cy="510013"/>
          </a:xfrm>
          <a:prstGeom prst="rect">
            <a:avLst/>
          </a:prstGeom>
        </p:spPr>
      </p:pic>
    </p:spTree>
    <p:extLst>
      <p:ext uri="{BB962C8B-B14F-4D97-AF65-F5344CB8AC3E}">
        <p14:creationId xmlns:p14="http://schemas.microsoft.com/office/powerpoint/2010/main" val="262794024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634" userDrawn="1">
          <p15:clr>
            <a:srgbClr val="FBAE40"/>
          </p15:clr>
        </p15:guide>
        <p15:guide id="3" pos="7219" userDrawn="1">
          <p15:clr>
            <a:srgbClr val="FBAE40"/>
          </p15:clr>
        </p15:guide>
        <p15:guide id="4" orient="horz" pos="2614" userDrawn="1">
          <p15:clr>
            <a:srgbClr val="FBAE40"/>
          </p15:clr>
        </p15:guide>
        <p15:guide id="5" orient="horz" pos="3203" userDrawn="1">
          <p15:clr>
            <a:srgbClr val="FBAE40"/>
          </p15:clr>
        </p15:guide>
        <p15:guide id="6" orient="horz" pos="39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Title Slide 6">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8B5F77E1-A90A-4D54-B022-9C5E9B57DFA9}"/>
              </a:ext>
            </a:extLst>
          </p:cNvPr>
          <p:cNvGrpSpPr/>
          <p:nvPr userDrawn="1"/>
        </p:nvGrpSpPr>
        <p:grpSpPr>
          <a:xfrm>
            <a:off x="0" y="-55534"/>
            <a:ext cx="12216000" cy="5173384"/>
            <a:chOff x="0" y="-55534"/>
            <a:chExt cx="12216000" cy="5173384"/>
          </a:xfrm>
        </p:grpSpPr>
        <p:sp>
          <p:nvSpPr>
            <p:cNvPr id="13" name="Forme libre : forme 12">
              <a:extLst>
                <a:ext uri="{FF2B5EF4-FFF2-40B4-BE49-F238E27FC236}">
                  <a16:creationId xmlns:a16="http://schemas.microsoft.com/office/drawing/2014/main" id="{89968303-ACAB-46E2-9ADA-FFEAE7DD34FF}"/>
                </a:ext>
              </a:extLst>
            </p:cNvPr>
            <p:cNvSpPr/>
            <p:nvPr userDrawn="1"/>
          </p:nvSpPr>
          <p:spPr>
            <a:xfrm rot="10800000" flipH="1">
              <a:off x="0" y="-32385"/>
              <a:ext cx="5332543" cy="3858339"/>
            </a:xfrm>
            <a:custGeom>
              <a:avLst/>
              <a:gdLst>
                <a:gd name="connsiteX0" fmla="*/ 2180368 w 2314575"/>
                <a:gd name="connsiteY0" fmla="*/ 675704 h 1685925"/>
                <a:gd name="connsiteX1" fmla="*/ 7144 w 2314575"/>
                <a:gd name="connsiteY1" fmla="*/ 84011 h 1685925"/>
                <a:gd name="connsiteX2" fmla="*/ 7144 w 2314575"/>
                <a:gd name="connsiteY2" fmla="*/ 1622204 h 1685925"/>
                <a:gd name="connsiteX3" fmla="*/ 29813 w 2314575"/>
                <a:gd name="connsiteY3" fmla="*/ 1681544 h 1685925"/>
                <a:gd name="connsiteX4" fmla="*/ 2086261 w 2314575"/>
                <a:gd name="connsiteY4" fmla="*/ 1681544 h 1685925"/>
                <a:gd name="connsiteX5" fmla="*/ 2180368 w 2314575"/>
                <a:gd name="connsiteY5" fmla="*/ 675704 h 1685925"/>
                <a:gd name="connsiteX0" fmla="*/ 2173224 w 2307237"/>
                <a:gd name="connsiteY0" fmla="*/ 668561 h 1674401"/>
                <a:gd name="connsiteX1" fmla="*/ 0 w 2307237"/>
                <a:gd name="connsiteY1" fmla="*/ 76868 h 1674401"/>
                <a:gd name="connsiteX2" fmla="*/ 0 w 2307237"/>
                <a:gd name="connsiteY2" fmla="*/ 1615061 h 1674401"/>
                <a:gd name="connsiteX3" fmla="*/ 2637 w 2307237"/>
                <a:gd name="connsiteY3" fmla="*/ 1664385 h 1674401"/>
                <a:gd name="connsiteX4" fmla="*/ 2079117 w 2307237"/>
                <a:gd name="connsiteY4" fmla="*/ 1674401 h 1674401"/>
                <a:gd name="connsiteX5" fmla="*/ 2173224 w 2307237"/>
                <a:gd name="connsiteY5" fmla="*/ 668561 h 1674401"/>
                <a:gd name="connsiteX0" fmla="*/ 2173224 w 2307237"/>
                <a:gd name="connsiteY0" fmla="*/ 668561 h 1669393"/>
                <a:gd name="connsiteX1" fmla="*/ 0 w 2307237"/>
                <a:gd name="connsiteY1" fmla="*/ 76868 h 1669393"/>
                <a:gd name="connsiteX2" fmla="*/ 0 w 2307237"/>
                <a:gd name="connsiteY2" fmla="*/ 1615061 h 1669393"/>
                <a:gd name="connsiteX3" fmla="*/ 2637 w 2307237"/>
                <a:gd name="connsiteY3" fmla="*/ 1664385 h 1669393"/>
                <a:gd name="connsiteX4" fmla="*/ 2079117 w 2307237"/>
                <a:gd name="connsiteY4" fmla="*/ 1669393 h 1669393"/>
                <a:gd name="connsiteX5" fmla="*/ 2173224 w 2307237"/>
                <a:gd name="connsiteY5" fmla="*/ 668561 h 16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7237" h="1669393">
                  <a:moveTo>
                    <a:pt x="2173224" y="668561"/>
                  </a:moveTo>
                  <a:cubicBezTo>
                    <a:pt x="1677257" y="1447230"/>
                    <a:pt x="849249" y="-388999"/>
                    <a:pt x="0" y="76868"/>
                  </a:cubicBezTo>
                  <a:lnTo>
                    <a:pt x="0" y="1615061"/>
                  </a:lnTo>
                  <a:cubicBezTo>
                    <a:pt x="7906" y="1636016"/>
                    <a:pt x="-4506" y="1646002"/>
                    <a:pt x="2637" y="1664385"/>
                  </a:cubicBezTo>
                  <a:lnTo>
                    <a:pt x="2079117" y="1669393"/>
                  </a:lnTo>
                  <a:cubicBezTo>
                    <a:pt x="2267807" y="988356"/>
                    <a:pt x="2432685" y="261177"/>
                    <a:pt x="2173224" y="668561"/>
                  </a:cubicBezTo>
                  <a:close/>
                </a:path>
              </a:pathLst>
            </a:custGeom>
            <a:solidFill>
              <a:schemeClr val="accent3"/>
            </a:solidFill>
            <a:ln w="9525" cap="flat">
              <a:noFill/>
              <a:prstDash val="solid"/>
              <a:miter/>
            </a:ln>
          </p:spPr>
          <p:txBody>
            <a:bodyPr rtlCol="0" anchor="ctr"/>
            <a:lstStyle/>
            <a:p>
              <a:endParaRPr lang="en-US" dirty="0"/>
            </a:p>
          </p:txBody>
        </p:sp>
        <p:sp>
          <p:nvSpPr>
            <p:cNvPr id="14" name="Forme libre : forme 13">
              <a:extLst>
                <a:ext uri="{FF2B5EF4-FFF2-40B4-BE49-F238E27FC236}">
                  <a16:creationId xmlns:a16="http://schemas.microsoft.com/office/drawing/2014/main" id="{E554DC0D-4FB0-4F98-9429-3F0318722CC7}"/>
                </a:ext>
              </a:extLst>
            </p:cNvPr>
            <p:cNvSpPr/>
            <p:nvPr/>
          </p:nvSpPr>
          <p:spPr>
            <a:xfrm rot="10800000" flipH="1">
              <a:off x="2749803" y="-55534"/>
              <a:ext cx="9466197" cy="5173384"/>
            </a:xfrm>
            <a:custGeom>
              <a:avLst/>
              <a:gdLst>
                <a:gd name="connsiteX0" fmla="*/ 4091559 w 4095750"/>
                <a:gd name="connsiteY0" fmla="*/ 2231968 h 2238375"/>
                <a:gd name="connsiteX1" fmla="*/ 1634966 w 4095750"/>
                <a:gd name="connsiteY1" fmla="*/ 17120 h 2238375"/>
                <a:gd name="connsiteX2" fmla="*/ 7144 w 4095750"/>
                <a:gd name="connsiteY2" fmla="*/ 2231968 h 2238375"/>
                <a:gd name="connsiteX3" fmla="*/ 4091559 w 4095750"/>
                <a:gd name="connsiteY3" fmla="*/ 2231968 h 2238375"/>
              </a:gdLst>
              <a:ahLst/>
              <a:cxnLst>
                <a:cxn ang="0">
                  <a:pos x="connsiteX0" y="connsiteY0"/>
                </a:cxn>
                <a:cxn ang="0">
                  <a:pos x="connsiteX1" y="connsiteY1"/>
                </a:cxn>
                <a:cxn ang="0">
                  <a:pos x="connsiteX2" y="connsiteY2"/>
                </a:cxn>
                <a:cxn ang="0">
                  <a:pos x="connsiteX3" y="connsiteY3"/>
                </a:cxn>
              </a:cxnLst>
              <a:rect l="l" t="t" r="r" b="b"/>
              <a:pathLst>
                <a:path w="4095750" h="2238375">
                  <a:moveTo>
                    <a:pt x="4091559" y="2231968"/>
                  </a:moveTo>
                  <a:cubicBezTo>
                    <a:pt x="3792189" y="638721"/>
                    <a:pt x="3102578" y="-88131"/>
                    <a:pt x="1634966" y="17120"/>
                  </a:cubicBezTo>
                  <a:cubicBezTo>
                    <a:pt x="986980" y="1336237"/>
                    <a:pt x="438150" y="1962030"/>
                    <a:pt x="7144" y="2231968"/>
                  </a:cubicBezTo>
                  <a:lnTo>
                    <a:pt x="4091559" y="2231968"/>
                  </a:lnTo>
                  <a:close/>
                </a:path>
              </a:pathLst>
            </a:custGeom>
            <a:solidFill>
              <a:schemeClr val="accent2"/>
            </a:solidFill>
            <a:ln w="9525" cap="flat">
              <a:noFill/>
              <a:prstDash val="solid"/>
              <a:miter/>
            </a:ln>
          </p:spPr>
          <p:txBody>
            <a:bodyPr rtlCol="0" anchor="ctr"/>
            <a:lstStyle/>
            <a:p>
              <a:endParaRPr lang="en-US" dirty="0"/>
            </a:p>
          </p:txBody>
        </p:sp>
      </p:grpSp>
      <p:graphicFrame>
        <p:nvGraphicFramePr>
          <p:cNvPr id="9" name="Object 8" hidden="1"/>
          <p:cNvGraphicFramePr>
            <a:graphicFrameLocks noChangeAspect="1"/>
          </p:cNvGraphicFramePr>
          <p:nvPr userDrawn="1">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userDrawn="1">
            <p:ph type="body" sz="quarter" idx="11" hasCustomPrompt="1"/>
          </p:nvPr>
        </p:nvSpPr>
        <p:spPr>
          <a:xfrm>
            <a:off x="5736000" y="591671"/>
            <a:ext cx="5392948" cy="2117329"/>
          </a:xfrm>
          <a:prstGeom prst="rect">
            <a:avLst/>
          </a:prstGeom>
        </p:spPr>
        <p:txBody>
          <a:bodyPr anchor="ctr">
            <a:normAutofit/>
          </a:bodyPr>
          <a:lstStyle>
            <a:lvl1pPr marL="0" indent="0">
              <a:buNone/>
              <a:defRPr sz="3600" b="1">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
        <p:nvSpPr>
          <p:cNvPr id="16" name="Subtitle 2"/>
          <p:cNvSpPr>
            <a:spLocks noGrp="1"/>
          </p:cNvSpPr>
          <p:nvPr userDrawn="1">
            <p:ph type="subTitle" idx="1" hasCustomPrompt="1"/>
          </p:nvPr>
        </p:nvSpPr>
        <p:spPr>
          <a:xfrm>
            <a:off x="5831750" y="2709000"/>
            <a:ext cx="4194069" cy="682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400" dirty="0">
                <a:solidFill>
                  <a:schemeClr val="bg1"/>
                </a:solidFill>
              </a:defRPr>
            </a:lvl1pPr>
          </a:lstStyle>
          <a:p>
            <a:pPr marL="0" lvl="0"/>
            <a:r>
              <a:rPr lang="en-US" dirty="0"/>
              <a:t>Click to insert presenter, location, </a:t>
            </a:r>
            <a:br>
              <a:rPr lang="en-US" dirty="0"/>
            </a:br>
            <a:r>
              <a:rPr lang="en-US" dirty="0"/>
              <a:t>and date</a:t>
            </a:r>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7"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1"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814317269"/>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53312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err="1"/>
              <a:t>Modifiez</a:t>
            </a:r>
            <a:r>
              <a:rPr lang="en-US"/>
              <a:t> le style du </a:t>
            </a:r>
            <a:r>
              <a:rPr lang="en-US" err="1"/>
              <a:t>titre</a:t>
            </a:r>
            <a:endParaRPr lang="en-US"/>
          </a:p>
        </p:txBody>
      </p:sp>
    </p:spTree>
    <p:extLst>
      <p:ext uri="{BB962C8B-B14F-4D97-AF65-F5344CB8AC3E}">
        <p14:creationId xmlns:p14="http://schemas.microsoft.com/office/powerpoint/2010/main" val="2836827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0" y="0"/>
          <a:ext cx="195384" cy="158750"/>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95384"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3878304512"/>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Opener1">
    <p:bg>
      <p:bgPr>
        <a:solidFill>
          <a:schemeClr val="bg1"/>
        </a:solidFill>
        <a:effectLst/>
      </p:bgPr>
    </p:bg>
    <p:spTree>
      <p:nvGrpSpPr>
        <p:cNvPr id="1" name=""/>
        <p:cNvGrpSpPr/>
        <p:nvPr/>
      </p:nvGrpSpPr>
      <p:grpSpPr>
        <a:xfrm>
          <a:off x="0" y="0"/>
          <a:ext cx="0" cy="0"/>
          <a:chOff x="0" y="0"/>
          <a:chExt cx="0" cy="0"/>
        </a:xfrm>
      </p:grpSpPr>
      <p:sp>
        <p:nvSpPr>
          <p:cNvPr id="4" name="Rectangle 3"/>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02DEF159-660E-4893-A63C-7C2BB5EEB9A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43" b="19135"/>
          <a:stretch/>
        </p:blipFill>
        <p:spPr>
          <a:xfrm flipH="1">
            <a:off x="911424" y="-3448"/>
            <a:ext cx="11299452" cy="6858000"/>
          </a:xfrm>
          <a:prstGeom prst="rect">
            <a:avLst/>
          </a:prstGeom>
        </p:spPr>
      </p:pic>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6522826" y="1844824"/>
            <a:ext cx="5261187" cy="1182207"/>
          </a:xfrm>
          <a:prstGeom prst="rect">
            <a:avLst/>
          </a:prstGeom>
        </p:spPr>
        <p:txBody>
          <a:bodyPr anchor="b">
            <a:normAutofit/>
          </a:bodyPr>
          <a:lstStyle>
            <a:lvl1pPr marL="0" indent="0" algn="r">
              <a:lnSpc>
                <a:spcPts val="3000"/>
              </a:lnSpc>
              <a:buNone/>
              <a:defRPr sz="2600">
                <a:solidFill>
                  <a:schemeClr val="accent2"/>
                </a:solidFill>
              </a:defRPr>
            </a:lvl1pPr>
            <a:lvl2pPr marL="457200" indent="0">
              <a:buNone/>
              <a:defRPr sz="6000">
                <a:solidFill>
                  <a:schemeClr val="bg1"/>
                </a:solidFill>
              </a:defRPr>
            </a:lvl2pPr>
          </a:lstStyle>
          <a:p>
            <a:pPr lvl="0"/>
            <a:r>
              <a:rPr lang="en-US" dirty="0"/>
              <a:t>Click to insert section title</a:t>
            </a:r>
            <a:endParaRPr lang="pt-PT" dirty="0"/>
          </a:p>
        </p:txBody>
      </p:sp>
      <p:pic>
        <p:nvPicPr>
          <p:cNvPr id="5"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7988" y="6101472"/>
            <a:ext cx="2286000" cy="510013"/>
          </a:xfrm>
          <a:prstGeom prst="rect">
            <a:avLst/>
          </a:prstGeom>
        </p:spPr>
      </p:pic>
    </p:spTree>
    <p:extLst>
      <p:ext uri="{BB962C8B-B14F-4D97-AF65-F5344CB8AC3E}">
        <p14:creationId xmlns:p14="http://schemas.microsoft.com/office/powerpoint/2010/main" val="2196523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Opener2">
    <p:bg>
      <p:bgPr>
        <a:solidFill>
          <a:schemeClr val="bg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BED4D731-14A5-4158-B245-8DDD87FF6D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880" b="21349"/>
          <a:stretch/>
        </p:blipFill>
        <p:spPr>
          <a:xfrm flipH="1">
            <a:off x="4901352" y="838199"/>
            <a:ext cx="7290648" cy="6019801"/>
          </a:xfrm>
          <a:prstGeom prst="rect">
            <a:avLst/>
          </a:prstGeom>
        </p:spPr>
      </p:pic>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7032104" y="2946391"/>
            <a:ext cx="4751909" cy="1418714"/>
          </a:xfrm>
          <a:prstGeom prst="rect">
            <a:avLst/>
          </a:prstGeom>
        </p:spPr>
        <p:txBody>
          <a:bodyPr anchor="b">
            <a:normAutofit/>
          </a:bodyPr>
          <a:lstStyle>
            <a:lvl1pPr marL="0" indent="0" algn="r">
              <a:lnSpc>
                <a:spcPts val="3000"/>
              </a:lnSpc>
              <a:buNone/>
              <a:defRPr sz="2600">
                <a:solidFill>
                  <a:schemeClr val="bg1"/>
                </a:solidFill>
              </a:defRPr>
            </a:lvl1pPr>
            <a:lvl2pPr marL="457200" indent="0">
              <a:buNone/>
              <a:defRPr sz="6000">
                <a:solidFill>
                  <a:schemeClr val="bg1"/>
                </a:solidFill>
              </a:defRPr>
            </a:lvl2pPr>
          </a:lstStyle>
          <a:p>
            <a:pPr lvl="0"/>
            <a:r>
              <a:rPr lang="en-US" dirty="0"/>
              <a:t>Click to add section title</a:t>
            </a:r>
          </a:p>
        </p:txBody>
      </p:sp>
      <p:pic>
        <p:nvPicPr>
          <p:cNvPr id="6" name="Picture Placeholder 4">
            <a:extLst>
              <a:ext uri="{FF2B5EF4-FFF2-40B4-BE49-F238E27FC236}">
                <a16:creationId xmlns:a16="http://schemas.microsoft.com/office/drawing/2014/main" id="{F75B031B-5C69-4C3C-AB8F-4121747DCE28}"/>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2708" r="22708"/>
          <a:stretch/>
        </p:blipFill>
        <p:spPr>
          <a:xfrm flipH="1">
            <a:off x="0" y="-1588"/>
            <a:ext cx="6654800" cy="6859588"/>
          </a:xfrm>
          <a:prstGeom prst="rect">
            <a:avLst/>
          </a:prstGeom>
        </p:spPr>
      </p:pic>
    </p:spTree>
    <p:extLst>
      <p:ext uri="{BB962C8B-B14F-4D97-AF65-F5344CB8AC3E}">
        <p14:creationId xmlns:p14="http://schemas.microsoft.com/office/powerpoint/2010/main" val="2392956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Opener3">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D082B2F-E38E-4D6E-A192-6C0B73045E4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126" b="21349"/>
          <a:stretch/>
        </p:blipFill>
        <p:spPr>
          <a:xfrm flipH="1">
            <a:off x="5739552" y="838199"/>
            <a:ext cx="6452448" cy="6019801"/>
          </a:xfrm>
          <a:prstGeom prst="rect">
            <a:avLst/>
          </a:prstGeom>
        </p:spPr>
      </p:pic>
      <p:sp>
        <p:nvSpPr>
          <p:cNvPr id="6"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7032104" y="2946391"/>
            <a:ext cx="4751909" cy="1418714"/>
          </a:xfrm>
          <a:prstGeom prst="rect">
            <a:avLst/>
          </a:prstGeom>
        </p:spPr>
        <p:txBody>
          <a:bodyPr anchor="b">
            <a:normAutofit/>
          </a:bodyPr>
          <a:lstStyle>
            <a:lvl1pPr marL="0" indent="0" algn="r">
              <a:lnSpc>
                <a:spcPts val="3000"/>
              </a:lnSpc>
              <a:buNone/>
              <a:defRPr sz="2600">
                <a:solidFill>
                  <a:schemeClr val="bg1"/>
                </a:solidFill>
              </a:defRPr>
            </a:lvl1pPr>
            <a:lvl2pPr marL="457200" indent="0">
              <a:buNone/>
              <a:defRPr sz="6000">
                <a:solidFill>
                  <a:schemeClr val="bg1"/>
                </a:solidFill>
              </a:defRPr>
            </a:lvl2pPr>
          </a:lstStyle>
          <a:p>
            <a:pPr lvl="0"/>
            <a:r>
              <a:rPr lang="en-US" dirty="0"/>
              <a:t>Click to add section title</a:t>
            </a:r>
          </a:p>
        </p:txBody>
      </p:sp>
      <p:pic>
        <p:nvPicPr>
          <p:cNvPr id="9" name="Picture Placeholder 8">
            <a:extLst>
              <a:ext uri="{FF2B5EF4-FFF2-40B4-BE49-F238E27FC236}">
                <a16:creationId xmlns:a16="http://schemas.microsoft.com/office/drawing/2014/main" id="{E4613513-ABFF-4BEA-B28E-9C187BF2D4BC}"/>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7072" r="38344"/>
          <a:stretch/>
        </p:blipFill>
        <p:spPr>
          <a:xfrm>
            <a:off x="0" y="-1588"/>
            <a:ext cx="6654800" cy="6859588"/>
          </a:xfrm>
          <a:prstGeom prst="rect">
            <a:avLst/>
          </a:prstGeom>
        </p:spPr>
      </p:pic>
    </p:spTree>
    <p:extLst>
      <p:ext uri="{BB962C8B-B14F-4D97-AF65-F5344CB8AC3E}">
        <p14:creationId xmlns:p14="http://schemas.microsoft.com/office/powerpoint/2010/main" val="2132108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Opener4">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9"/>
          <p:cNvSpPr>
            <a:spLocks/>
          </p:cNvSpPr>
          <p:nvPr userDrawn="1"/>
        </p:nvSpPr>
        <p:spPr bwMode="auto">
          <a:xfrm>
            <a:off x="-312712" y="0"/>
            <a:ext cx="8760296" cy="8102938"/>
          </a:xfrm>
          <a:custGeom>
            <a:avLst/>
            <a:gdLst>
              <a:gd name="T0" fmla="*/ 1453 w 1637"/>
              <a:gd name="T1" fmla="*/ 0 h 1514"/>
              <a:gd name="T2" fmla="*/ 1238 w 1637"/>
              <a:gd name="T3" fmla="*/ 494 h 1514"/>
              <a:gd name="T4" fmla="*/ 763 w 1637"/>
              <a:gd name="T5" fmla="*/ 1046 h 1514"/>
              <a:gd name="T6" fmla="*/ 0 w 1637"/>
              <a:gd name="T7" fmla="*/ 1449 h 1514"/>
              <a:gd name="T8" fmla="*/ 0 w 1637"/>
              <a:gd name="T9" fmla="*/ 0 h 1514"/>
              <a:gd name="T10" fmla="*/ 1453 w 1637"/>
              <a:gd name="T11" fmla="*/ 0 h 1514"/>
            </a:gdLst>
            <a:ahLst/>
            <a:cxnLst>
              <a:cxn ang="0">
                <a:pos x="T0" y="T1"/>
              </a:cxn>
              <a:cxn ang="0">
                <a:pos x="T2" y="T3"/>
              </a:cxn>
              <a:cxn ang="0">
                <a:pos x="T4" y="T5"/>
              </a:cxn>
              <a:cxn ang="0">
                <a:pos x="T6" y="T7"/>
              </a:cxn>
              <a:cxn ang="0">
                <a:pos x="T8" y="T9"/>
              </a:cxn>
              <a:cxn ang="0">
                <a:pos x="T10" y="T11"/>
              </a:cxn>
            </a:cxnLst>
            <a:rect l="0" t="0" r="r" b="b"/>
            <a:pathLst>
              <a:path w="1637" h="1514">
                <a:moveTo>
                  <a:pt x="1453" y="0"/>
                </a:moveTo>
                <a:cubicBezTo>
                  <a:pt x="1453" y="0"/>
                  <a:pt x="1637" y="326"/>
                  <a:pt x="1238" y="494"/>
                </a:cubicBezTo>
                <a:cubicBezTo>
                  <a:pt x="840" y="663"/>
                  <a:pt x="594" y="755"/>
                  <a:pt x="763" y="1046"/>
                </a:cubicBezTo>
                <a:cubicBezTo>
                  <a:pt x="230" y="1514"/>
                  <a:pt x="0" y="1449"/>
                  <a:pt x="0" y="1449"/>
                </a:cubicBezTo>
                <a:cubicBezTo>
                  <a:pt x="0" y="0"/>
                  <a:pt x="0" y="0"/>
                  <a:pt x="0" y="0"/>
                </a:cubicBezTo>
                <a:lnTo>
                  <a:pt x="1453"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4943872" y="-1634"/>
            <a:ext cx="7248128" cy="6859588"/>
          </a:xfrm>
          <a:prstGeom prst="rect">
            <a:avLst/>
          </a:prstGeom>
          <a:noFill/>
        </p:spPr>
        <p:txBody>
          <a:bodyPr anchor="ctr"/>
          <a:lstStyle>
            <a:lvl1pPr marL="0" indent="0" algn="ctr">
              <a:buNone/>
              <a:defRPr/>
            </a:lvl1pPr>
          </a:lstStyle>
          <a:p>
            <a:endParaRPr lang="pt-PT" dirty="0"/>
          </a:p>
        </p:txBody>
      </p:sp>
      <p:pic>
        <p:nvPicPr>
          <p:cNvPr id="10" name="Picture Placeholder 8">
            <a:extLst>
              <a:ext uri="{FF2B5EF4-FFF2-40B4-BE49-F238E27FC236}">
                <a16:creationId xmlns:a16="http://schemas.microsoft.com/office/drawing/2014/main" id="{7DA917D4-CE5A-49F4-8CAC-F6D6EE4C786F}"/>
              </a:ext>
            </a:extLst>
          </p:cNvPr>
          <p:cNvPicPr>
            <a:picLocks noChangeAspect="1"/>
          </p:cNvPicPr>
          <p:nvPr userDrawn="1"/>
        </p:nvPicPr>
        <p:blipFill>
          <a:blip r:embed="rId2">
            <a:extLst>
              <a:ext uri="{28A0092B-C50C-407E-A947-70E740481C1C}">
                <a14:useLocalDpi xmlns:a14="http://schemas.microsoft.com/office/drawing/2010/main" val="0"/>
              </a:ext>
            </a:extLst>
          </a:blip>
          <a:srcRect l="9322" r="9322"/>
          <a:stretch>
            <a:fillRect/>
          </a:stretch>
        </p:blipFill>
        <p:spPr>
          <a:xfrm>
            <a:off x="2273300" y="-1588"/>
            <a:ext cx="9918700" cy="6859588"/>
          </a:xfrm>
          <a:prstGeom prst="rect">
            <a:avLst/>
          </a:prstGeom>
        </p:spPr>
      </p:pic>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407988" y="434513"/>
            <a:ext cx="5471988" cy="1698343"/>
          </a:xfrm>
          <a:prstGeom prst="rect">
            <a:avLst/>
          </a:prstGeom>
        </p:spPr>
        <p:txBody>
          <a:bodyPr anchor="b">
            <a:noAutofit/>
          </a:bodyPr>
          <a:lstStyle>
            <a:lvl1pPr marL="0" indent="0">
              <a:lnSpc>
                <a:spcPts val="3000"/>
              </a:lnSpc>
              <a:buNone/>
              <a:defRPr sz="2600">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pic>
        <p:nvPicPr>
          <p:cNvPr id="11"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12966819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with Shapes - Layout1">
    <p:bg>
      <p:bgRef idx="1001">
        <a:schemeClr val="bg1"/>
      </p:bgRef>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E94103CC-22C5-4F38-9B77-3524E8A553F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23077" b="19676"/>
          <a:stretch/>
        </p:blipFill>
        <p:spPr>
          <a:xfrm rot="16200000">
            <a:off x="5413032" y="79029"/>
            <a:ext cx="6857997" cy="6699938"/>
          </a:xfrm>
          <a:prstGeom prst="rect">
            <a:avLst/>
          </a:prstGeom>
        </p:spPr>
      </p:pic>
      <p:sp>
        <p:nvSpPr>
          <p:cNvPr id="50" name="Text Placeholder 7">
            <a:extLst>
              <a:ext uri="{FF2B5EF4-FFF2-40B4-BE49-F238E27FC236}">
                <a16:creationId xmlns:a16="http://schemas.microsoft.com/office/drawing/2014/main" id="{4E956B68-B273-4648-AC4B-C9A05A745160}"/>
              </a:ext>
            </a:extLst>
          </p:cNvPr>
          <p:cNvSpPr>
            <a:spLocks noGrp="1"/>
          </p:cNvSpPr>
          <p:nvPr>
            <p:ph type="body" sz="quarter" idx="32" hasCustomPrompt="1"/>
          </p:nvPr>
        </p:nvSpPr>
        <p:spPr>
          <a:xfrm>
            <a:off x="1847528" y="2708920"/>
            <a:ext cx="3312368" cy="720080"/>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51" name="Text Placeholder 7">
            <a:extLst>
              <a:ext uri="{FF2B5EF4-FFF2-40B4-BE49-F238E27FC236}">
                <a16:creationId xmlns:a16="http://schemas.microsoft.com/office/drawing/2014/main" id="{F12D7C74-E8A0-4A7D-95DA-A14111669514}"/>
              </a:ext>
            </a:extLst>
          </p:cNvPr>
          <p:cNvSpPr>
            <a:spLocks noGrp="1"/>
          </p:cNvSpPr>
          <p:nvPr>
            <p:ph type="body" sz="quarter" idx="33" hasCustomPrompt="1"/>
          </p:nvPr>
        </p:nvSpPr>
        <p:spPr>
          <a:xfrm>
            <a:off x="1847528" y="3645024"/>
            <a:ext cx="3312368" cy="720080"/>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49" name="Picture Placeholder 48">
            <a:extLst>
              <a:ext uri="{FF2B5EF4-FFF2-40B4-BE49-F238E27FC236}">
                <a16:creationId xmlns:a16="http://schemas.microsoft.com/office/drawing/2014/main" id="{4212BD44-DEDF-4B08-8824-204652F9616E}"/>
              </a:ext>
            </a:extLst>
          </p:cNvPr>
          <p:cNvSpPr>
            <a:spLocks noGrp="1"/>
          </p:cNvSpPr>
          <p:nvPr>
            <p:ph type="pic" sz="quarter" idx="10"/>
          </p:nvPr>
        </p:nvSpPr>
        <p:spPr>
          <a:xfrm>
            <a:off x="6553200" y="2060575"/>
            <a:ext cx="4910138" cy="2722563"/>
          </a:xfrm>
          <a:prstGeom prst="rect">
            <a:avLst/>
          </a:prstGeom>
        </p:spPr>
        <p:txBody>
          <a:bodyPr anchor="ctr"/>
          <a:lstStyle>
            <a:lvl1pPr algn="ctr">
              <a:defRPr/>
            </a:lvl1pPr>
          </a:lstStyle>
          <a:p>
            <a:endParaRPr lang="pt-PT"/>
          </a:p>
        </p:txBody>
      </p:sp>
      <p:sp>
        <p:nvSpPr>
          <p:cNvPr id="52" name="Text Placeholder 7">
            <a:extLst>
              <a:ext uri="{FF2B5EF4-FFF2-40B4-BE49-F238E27FC236}">
                <a16:creationId xmlns:a16="http://schemas.microsoft.com/office/drawing/2014/main" id="{92D6AE9D-467E-46C0-B32B-79A9B07CDD13}"/>
              </a:ext>
            </a:extLst>
          </p:cNvPr>
          <p:cNvSpPr>
            <a:spLocks noGrp="1"/>
          </p:cNvSpPr>
          <p:nvPr>
            <p:ph type="body" sz="quarter" idx="34" hasCustomPrompt="1"/>
          </p:nvPr>
        </p:nvSpPr>
        <p:spPr>
          <a:xfrm>
            <a:off x="1847528" y="4630276"/>
            <a:ext cx="3312368" cy="720080"/>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7"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pic>
        <p:nvPicPr>
          <p:cNvPr id="9" name="Graphic 4">
            <a:extLst>
              <a:ext uri="{FF2B5EF4-FFF2-40B4-BE49-F238E27FC236}">
                <a16:creationId xmlns:a16="http://schemas.microsoft.com/office/drawing/2014/main" id="{D67A1EFD-D78D-4138-B2FE-E0A098B59C3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1836" t="-4713" b="16530"/>
          <a:stretch/>
        </p:blipFill>
        <p:spPr>
          <a:xfrm>
            <a:off x="11491419" y="164829"/>
            <a:ext cx="424356" cy="459624"/>
          </a:xfrm>
          <a:prstGeom prst="rect">
            <a:avLst/>
          </a:prstGeom>
        </p:spPr>
      </p:pic>
      <p:cxnSp>
        <p:nvCxnSpPr>
          <p:cNvPr id="11"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2" name="Rectangle 27">
            <a:hlinkClick r:id="rId6"/>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sp>
        <p:nvSpPr>
          <p:cNvPr id="14"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92399155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with Shapes - Layout2">
    <p:bg>
      <p:bgPr>
        <a:solidFill>
          <a:srgbClr val="E6E7E7"/>
        </a:solidFill>
        <a:effectLst/>
      </p:bgPr>
    </p:bg>
    <p:spTree>
      <p:nvGrpSpPr>
        <p:cNvPr id="1" name=""/>
        <p:cNvGrpSpPr/>
        <p:nvPr/>
      </p:nvGrpSpPr>
      <p:grpSpPr>
        <a:xfrm>
          <a:off x="0" y="0"/>
          <a:ext cx="0" cy="0"/>
          <a:chOff x="0" y="0"/>
          <a:chExt cx="0" cy="0"/>
        </a:xfrm>
      </p:grpSpPr>
      <p:sp>
        <p:nvSpPr>
          <p:cNvPr id="10" name="Text Placeholder 13">
            <a:extLst>
              <a:ext uri="{FF2B5EF4-FFF2-40B4-BE49-F238E27FC236}">
                <a16:creationId xmlns:a16="http://schemas.microsoft.com/office/drawing/2014/main" id="{7D1DC75A-C7A4-44A4-B19C-D445335545B0}"/>
              </a:ext>
            </a:extLst>
          </p:cNvPr>
          <p:cNvSpPr>
            <a:spLocks noGrp="1"/>
          </p:cNvSpPr>
          <p:nvPr>
            <p:ph type="body" sz="quarter" idx="11" hasCustomPrompt="1"/>
          </p:nvPr>
        </p:nvSpPr>
        <p:spPr>
          <a:xfrm>
            <a:off x="407988" y="2204864"/>
            <a:ext cx="3618859" cy="2924629"/>
          </a:xfrm>
          <a:prstGeom prst="rect">
            <a:avLst/>
          </a:prstGeom>
        </p:spPr>
        <p:txBody>
          <a:bodyPr lIns="0" tIns="0" rIns="0" bIns="0" anchor="b">
            <a:normAutofit/>
          </a:bodyPr>
          <a:lstStyle>
            <a:lvl1pPr>
              <a:lnSpc>
                <a:spcPts val="6200"/>
              </a:lnSpc>
              <a:defRPr sz="5400">
                <a:solidFill>
                  <a:srgbClr val="2C004B"/>
                </a:solidFill>
              </a:defRPr>
            </a:lvl1pPr>
            <a:lvl2pPr marL="457200" indent="0">
              <a:lnSpc>
                <a:spcPts val="6200"/>
              </a:lnSpc>
              <a:buNone/>
              <a:defRPr sz="5400">
                <a:solidFill>
                  <a:srgbClr val="2C004B"/>
                </a:solidFill>
              </a:defRPr>
            </a:lvl2pPr>
          </a:lstStyle>
          <a:p>
            <a:pPr lvl="0"/>
            <a:r>
              <a:rPr lang="en-US" dirty="0"/>
              <a:t>Edit text styles</a:t>
            </a:r>
          </a:p>
        </p:txBody>
      </p:sp>
      <p:sp>
        <p:nvSpPr>
          <p:cNvPr id="11" name="Text Placeholder 13">
            <a:extLst>
              <a:ext uri="{FF2B5EF4-FFF2-40B4-BE49-F238E27FC236}">
                <a16:creationId xmlns:a16="http://schemas.microsoft.com/office/drawing/2014/main" id="{563879A0-0979-491A-8758-371BB7AD935B}"/>
              </a:ext>
            </a:extLst>
          </p:cNvPr>
          <p:cNvSpPr>
            <a:spLocks noGrp="1"/>
          </p:cNvSpPr>
          <p:nvPr>
            <p:ph type="body" sz="quarter" idx="12" hasCustomPrompt="1"/>
          </p:nvPr>
        </p:nvSpPr>
        <p:spPr>
          <a:xfrm>
            <a:off x="407988" y="5273460"/>
            <a:ext cx="3618859" cy="675820"/>
          </a:xfrm>
          <a:prstGeom prst="rect">
            <a:avLst/>
          </a:prstGeom>
        </p:spPr>
        <p:txBody>
          <a:bodyPr lIns="0" tIns="0" rIns="0" bIns="0">
            <a:normAutofit/>
          </a:bodyPr>
          <a:lstStyle>
            <a:lvl1pPr>
              <a:lnSpc>
                <a:spcPts val="1800"/>
              </a:lnSpc>
              <a:defRPr sz="1600">
                <a:solidFill>
                  <a:srgbClr val="2C004B"/>
                </a:solidFill>
              </a:defRPr>
            </a:lvl1pPr>
            <a:lvl2pPr marL="457200" indent="0">
              <a:buNone/>
              <a:defRPr sz="1800">
                <a:solidFill>
                  <a:srgbClr val="2C004B"/>
                </a:solidFill>
              </a:defRPr>
            </a:lvl2pPr>
          </a:lstStyle>
          <a:p>
            <a:pPr lvl="0"/>
            <a:r>
              <a:rPr lang="en-US" dirty="0"/>
              <a:t>Edit text styles</a:t>
            </a:r>
          </a:p>
        </p:txBody>
      </p:sp>
      <p:grpSp>
        <p:nvGrpSpPr>
          <p:cNvPr id="9" name="Group 8">
            <a:extLst>
              <a:ext uri="{FF2B5EF4-FFF2-40B4-BE49-F238E27FC236}">
                <a16:creationId xmlns:a16="http://schemas.microsoft.com/office/drawing/2014/main" id="{A76958A6-8FB1-445D-BB17-D619DC39E089}"/>
              </a:ext>
            </a:extLst>
          </p:cNvPr>
          <p:cNvGrpSpPr/>
          <p:nvPr userDrawn="1"/>
        </p:nvGrpSpPr>
        <p:grpSpPr>
          <a:xfrm>
            <a:off x="3461852" y="0"/>
            <a:ext cx="8730148" cy="6858000"/>
            <a:chOff x="3461852" y="0"/>
            <a:chExt cx="8730148" cy="6858000"/>
          </a:xfrm>
        </p:grpSpPr>
        <p:sp>
          <p:nvSpPr>
            <p:cNvPr id="12" name="Freeform: Shape 11">
              <a:extLst>
                <a:ext uri="{FF2B5EF4-FFF2-40B4-BE49-F238E27FC236}">
                  <a16:creationId xmlns:a16="http://schemas.microsoft.com/office/drawing/2014/main" id="{3C37792F-39D6-4A1F-BE84-103229E3E4C7}"/>
                </a:ext>
              </a:extLst>
            </p:cNvPr>
            <p:cNvSpPr/>
            <p:nvPr/>
          </p:nvSpPr>
          <p:spPr>
            <a:xfrm>
              <a:off x="3461852" y="0"/>
              <a:ext cx="8730148" cy="6858000"/>
            </a:xfrm>
            <a:custGeom>
              <a:avLst/>
              <a:gdLst>
                <a:gd name="connsiteX0" fmla="*/ 0 w 8730148"/>
                <a:gd name="connsiteY0" fmla="*/ 0 h 6858000"/>
                <a:gd name="connsiteX1" fmla="*/ 8730148 w 8730148"/>
                <a:gd name="connsiteY1" fmla="*/ 0 h 6858000"/>
                <a:gd name="connsiteX2" fmla="*/ 8730148 w 8730148"/>
                <a:gd name="connsiteY2" fmla="*/ 23679 h 6858000"/>
                <a:gd name="connsiteX3" fmla="*/ 8730148 w 8730148"/>
                <a:gd name="connsiteY3" fmla="*/ 495863 h 6858000"/>
                <a:gd name="connsiteX4" fmla="*/ 8730148 w 8730148"/>
                <a:gd name="connsiteY4" fmla="*/ 952308 h 6858000"/>
                <a:gd name="connsiteX5" fmla="*/ 8730148 w 8730148"/>
                <a:gd name="connsiteY5" fmla="*/ 1393283 h 6858000"/>
                <a:gd name="connsiteX6" fmla="*/ 8730148 w 8730148"/>
                <a:gd name="connsiteY6" fmla="*/ 1819052 h 6858000"/>
                <a:gd name="connsiteX7" fmla="*/ 8730148 w 8730148"/>
                <a:gd name="connsiteY7" fmla="*/ 2229885 h 6858000"/>
                <a:gd name="connsiteX8" fmla="*/ 8730148 w 8730148"/>
                <a:gd name="connsiteY8" fmla="*/ 2626046 h 6858000"/>
                <a:gd name="connsiteX9" fmla="*/ 8730148 w 8730148"/>
                <a:gd name="connsiteY9" fmla="*/ 3007803 h 6858000"/>
                <a:gd name="connsiteX10" fmla="*/ 8730148 w 8730148"/>
                <a:gd name="connsiteY10" fmla="*/ 3375422 h 6858000"/>
                <a:gd name="connsiteX11" fmla="*/ 8730148 w 8730148"/>
                <a:gd name="connsiteY11" fmla="*/ 3729171 h 6858000"/>
                <a:gd name="connsiteX12" fmla="*/ 8730148 w 8730148"/>
                <a:gd name="connsiteY12" fmla="*/ 4069315 h 6858000"/>
                <a:gd name="connsiteX13" fmla="*/ 8730148 w 8730148"/>
                <a:gd name="connsiteY13" fmla="*/ 4396123 h 6858000"/>
                <a:gd name="connsiteX14" fmla="*/ 8730148 w 8730148"/>
                <a:gd name="connsiteY14" fmla="*/ 4709860 h 6858000"/>
                <a:gd name="connsiteX15" fmla="*/ 8730148 w 8730148"/>
                <a:gd name="connsiteY15" fmla="*/ 5010793 h 6858000"/>
                <a:gd name="connsiteX16" fmla="*/ 8730148 w 8730148"/>
                <a:gd name="connsiteY16" fmla="*/ 5299189 h 6858000"/>
                <a:gd name="connsiteX17" fmla="*/ 8730148 w 8730148"/>
                <a:gd name="connsiteY17" fmla="*/ 5575315 h 6858000"/>
                <a:gd name="connsiteX18" fmla="*/ 8730148 w 8730148"/>
                <a:gd name="connsiteY18" fmla="*/ 5839437 h 6858000"/>
                <a:gd name="connsiteX19" fmla="*/ 8730148 w 8730148"/>
                <a:gd name="connsiteY19" fmla="*/ 6091822 h 6858000"/>
                <a:gd name="connsiteX20" fmla="*/ 8730148 w 8730148"/>
                <a:gd name="connsiteY20" fmla="*/ 6332738 h 6858000"/>
                <a:gd name="connsiteX21" fmla="*/ 8730148 w 8730148"/>
                <a:gd name="connsiteY21" fmla="*/ 6562450 h 6858000"/>
                <a:gd name="connsiteX22" fmla="*/ 8730148 w 8730148"/>
                <a:gd name="connsiteY22" fmla="*/ 6781226 h 6858000"/>
                <a:gd name="connsiteX23" fmla="*/ 8730148 w 8730148"/>
                <a:gd name="connsiteY23" fmla="*/ 6858000 h 6858000"/>
                <a:gd name="connsiteX24" fmla="*/ 1680266 w 8730148"/>
                <a:gd name="connsiteY24" fmla="*/ 6858000 h 6858000"/>
                <a:gd name="connsiteX25" fmla="*/ 1725275 w 8730148"/>
                <a:gd name="connsiteY25" fmla="*/ 6819058 h 6858000"/>
                <a:gd name="connsiteX26" fmla="*/ 3705962 w 8730148"/>
                <a:gd name="connsiteY26" fmla="*/ 2012619 h 6858000"/>
                <a:gd name="connsiteX27" fmla="*/ 116582 w 8730148"/>
                <a:gd name="connsiteY27" fmla="*/ 25323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730148" h="6858000">
                  <a:moveTo>
                    <a:pt x="0" y="0"/>
                  </a:moveTo>
                  <a:lnTo>
                    <a:pt x="8730148" y="0"/>
                  </a:lnTo>
                  <a:lnTo>
                    <a:pt x="8730148" y="23679"/>
                  </a:lnTo>
                  <a:lnTo>
                    <a:pt x="8730148" y="495863"/>
                  </a:lnTo>
                  <a:lnTo>
                    <a:pt x="8730148" y="952308"/>
                  </a:lnTo>
                  <a:lnTo>
                    <a:pt x="8730148" y="1393283"/>
                  </a:lnTo>
                  <a:lnTo>
                    <a:pt x="8730148" y="1819052"/>
                  </a:lnTo>
                  <a:lnTo>
                    <a:pt x="8730148" y="2229885"/>
                  </a:lnTo>
                  <a:lnTo>
                    <a:pt x="8730148" y="2626046"/>
                  </a:lnTo>
                  <a:lnTo>
                    <a:pt x="8730148" y="3007803"/>
                  </a:lnTo>
                  <a:lnTo>
                    <a:pt x="8730148" y="3375422"/>
                  </a:lnTo>
                  <a:lnTo>
                    <a:pt x="8730148" y="3729171"/>
                  </a:lnTo>
                  <a:lnTo>
                    <a:pt x="8730148" y="4069315"/>
                  </a:lnTo>
                  <a:lnTo>
                    <a:pt x="8730148" y="4396123"/>
                  </a:lnTo>
                  <a:lnTo>
                    <a:pt x="8730148" y="4709860"/>
                  </a:lnTo>
                  <a:lnTo>
                    <a:pt x="8730148" y="5010793"/>
                  </a:lnTo>
                  <a:lnTo>
                    <a:pt x="8730148" y="5299189"/>
                  </a:lnTo>
                  <a:lnTo>
                    <a:pt x="8730148" y="5575315"/>
                  </a:lnTo>
                  <a:lnTo>
                    <a:pt x="8730148" y="5839437"/>
                  </a:lnTo>
                  <a:lnTo>
                    <a:pt x="8730148" y="6091822"/>
                  </a:lnTo>
                  <a:lnTo>
                    <a:pt x="8730148" y="6332738"/>
                  </a:lnTo>
                  <a:lnTo>
                    <a:pt x="8730148" y="6562450"/>
                  </a:lnTo>
                  <a:lnTo>
                    <a:pt x="8730148" y="6781226"/>
                  </a:lnTo>
                  <a:lnTo>
                    <a:pt x="8730148" y="6858000"/>
                  </a:lnTo>
                  <a:lnTo>
                    <a:pt x="1680266" y="6858000"/>
                  </a:lnTo>
                  <a:lnTo>
                    <a:pt x="1725275" y="6819058"/>
                  </a:lnTo>
                  <a:cubicBezTo>
                    <a:pt x="4662995" y="4201443"/>
                    <a:pt x="4141233" y="1217168"/>
                    <a:pt x="3705962" y="2012619"/>
                  </a:cubicBezTo>
                  <a:cubicBezTo>
                    <a:pt x="3516434" y="3033940"/>
                    <a:pt x="1425698" y="2929072"/>
                    <a:pt x="116582" y="253235"/>
                  </a:cubicBezTo>
                  <a:close/>
                </a:path>
              </a:pathLst>
            </a:custGeom>
            <a:solidFill>
              <a:srgbClr val="2C0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 name="Freeform 10">
              <a:extLst>
                <a:ext uri="{FF2B5EF4-FFF2-40B4-BE49-F238E27FC236}">
                  <a16:creationId xmlns:a16="http://schemas.microsoft.com/office/drawing/2014/main" id="{D9D750E2-E6DE-4123-9001-1391D1C49BBA}"/>
                </a:ext>
              </a:extLst>
            </p:cNvPr>
            <p:cNvSpPr>
              <a:spLocks/>
            </p:cNvSpPr>
            <p:nvPr/>
          </p:nvSpPr>
          <p:spPr bwMode="auto">
            <a:xfrm>
              <a:off x="6813803" y="2034666"/>
              <a:ext cx="669225" cy="544797"/>
            </a:xfrm>
            <a:custGeom>
              <a:avLst/>
              <a:gdLst>
                <a:gd name="T0" fmla="*/ 98 w 149"/>
                <a:gd name="T1" fmla="*/ 84 h 121"/>
                <a:gd name="T2" fmla="*/ 149 w 149"/>
                <a:gd name="T3" fmla="*/ 34 h 121"/>
                <a:gd name="T4" fmla="*/ 112 w 149"/>
                <a:gd name="T5" fmla="*/ 0 h 121"/>
                <a:gd name="T6" fmla="*/ 39 w 149"/>
                <a:gd name="T7" fmla="*/ 78 h 121"/>
                <a:gd name="T8" fmla="*/ 0 w 149"/>
                <a:gd name="T9" fmla="*/ 113 h 121"/>
                <a:gd name="T10" fmla="*/ 29 w 149"/>
                <a:gd name="T11" fmla="*/ 121 h 121"/>
                <a:gd name="T12" fmla="*/ 99 w 149"/>
                <a:gd name="T13" fmla="*/ 99 h 121"/>
                <a:gd name="T14" fmla="*/ 64 w 149"/>
                <a:gd name="T15" fmla="*/ 67 h 121"/>
                <a:gd name="T16" fmla="*/ 98 w 149"/>
                <a:gd name="T17" fmla="*/ 8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1">
                  <a:moveTo>
                    <a:pt x="98" y="84"/>
                  </a:moveTo>
                  <a:cubicBezTo>
                    <a:pt x="127" y="84"/>
                    <a:pt x="149" y="61"/>
                    <a:pt x="149" y="34"/>
                  </a:cubicBezTo>
                  <a:cubicBezTo>
                    <a:pt x="147" y="22"/>
                    <a:pt x="143" y="0"/>
                    <a:pt x="112" y="0"/>
                  </a:cubicBezTo>
                  <a:cubicBezTo>
                    <a:pt x="78" y="0"/>
                    <a:pt x="67" y="47"/>
                    <a:pt x="39" y="78"/>
                  </a:cubicBezTo>
                  <a:cubicBezTo>
                    <a:pt x="37" y="95"/>
                    <a:pt x="20" y="111"/>
                    <a:pt x="0" y="113"/>
                  </a:cubicBezTo>
                  <a:cubicBezTo>
                    <a:pt x="5" y="118"/>
                    <a:pt x="16" y="121"/>
                    <a:pt x="29" y="121"/>
                  </a:cubicBezTo>
                  <a:cubicBezTo>
                    <a:pt x="54" y="121"/>
                    <a:pt x="83" y="114"/>
                    <a:pt x="99" y="99"/>
                  </a:cubicBezTo>
                  <a:cubicBezTo>
                    <a:pt x="78" y="99"/>
                    <a:pt x="65" y="86"/>
                    <a:pt x="64" y="67"/>
                  </a:cubicBezTo>
                  <a:cubicBezTo>
                    <a:pt x="74" y="79"/>
                    <a:pt x="85" y="84"/>
                    <a:pt x="98" y="84"/>
                  </a:cubicBezTo>
                </a:path>
              </a:pathLst>
            </a:custGeom>
            <a:solidFill>
              <a:srgbClr val="00B9E7"/>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14" name="Freeform 11">
              <a:extLst>
                <a:ext uri="{FF2B5EF4-FFF2-40B4-BE49-F238E27FC236}">
                  <a16:creationId xmlns:a16="http://schemas.microsoft.com/office/drawing/2014/main" id="{53936070-5445-4D5B-B6F0-A72D3CC87FBE}"/>
                </a:ext>
              </a:extLst>
            </p:cNvPr>
            <p:cNvSpPr>
              <a:spLocks/>
            </p:cNvSpPr>
            <p:nvPr/>
          </p:nvSpPr>
          <p:spPr bwMode="auto">
            <a:xfrm>
              <a:off x="6464057" y="1641201"/>
              <a:ext cx="1018971" cy="860913"/>
            </a:xfrm>
            <a:custGeom>
              <a:avLst/>
              <a:gdLst>
                <a:gd name="T0" fmla="*/ 227 w 227"/>
                <a:gd name="T1" fmla="*/ 120 h 192"/>
                <a:gd name="T2" fmla="*/ 188 w 227"/>
                <a:gd name="T3" fmla="*/ 40 h 192"/>
                <a:gd name="T4" fmla="*/ 127 w 227"/>
                <a:gd name="T5" fmla="*/ 2 h 192"/>
                <a:gd name="T6" fmla="*/ 122 w 227"/>
                <a:gd name="T7" fmla="*/ 0 h 192"/>
                <a:gd name="T8" fmla="*/ 121 w 227"/>
                <a:gd name="T9" fmla="*/ 0 h 192"/>
                <a:gd name="T10" fmla="*/ 0 w 227"/>
                <a:gd name="T11" fmla="*/ 125 h 192"/>
                <a:gd name="T12" fmla="*/ 42 w 227"/>
                <a:gd name="T13" fmla="*/ 187 h 192"/>
                <a:gd name="T14" fmla="*/ 85 w 227"/>
                <a:gd name="T15" fmla="*/ 187 h 192"/>
                <a:gd name="T16" fmla="*/ 117 w 227"/>
                <a:gd name="T17" fmla="*/ 166 h 192"/>
                <a:gd name="T18" fmla="*/ 190 w 227"/>
                <a:gd name="T19" fmla="*/ 88 h 192"/>
                <a:gd name="T20" fmla="*/ 227 w 227"/>
                <a:gd name="T21" fmla="*/ 122 h 192"/>
                <a:gd name="T22" fmla="*/ 227 w 227"/>
                <a:gd name="T23" fmla="*/ 12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2">
                  <a:moveTo>
                    <a:pt x="227" y="120"/>
                  </a:moveTo>
                  <a:cubicBezTo>
                    <a:pt x="226" y="88"/>
                    <a:pt x="211" y="61"/>
                    <a:pt x="188" y="40"/>
                  </a:cubicBezTo>
                  <a:cubicBezTo>
                    <a:pt x="170" y="23"/>
                    <a:pt x="149" y="11"/>
                    <a:pt x="127" y="2"/>
                  </a:cubicBezTo>
                  <a:cubicBezTo>
                    <a:pt x="125" y="1"/>
                    <a:pt x="123" y="0"/>
                    <a:pt x="122" y="0"/>
                  </a:cubicBezTo>
                  <a:cubicBezTo>
                    <a:pt x="122" y="0"/>
                    <a:pt x="122" y="0"/>
                    <a:pt x="121" y="0"/>
                  </a:cubicBezTo>
                  <a:cubicBezTo>
                    <a:pt x="94" y="32"/>
                    <a:pt x="0" y="57"/>
                    <a:pt x="0" y="125"/>
                  </a:cubicBezTo>
                  <a:cubicBezTo>
                    <a:pt x="0" y="152"/>
                    <a:pt x="17" y="176"/>
                    <a:pt x="42" y="187"/>
                  </a:cubicBezTo>
                  <a:cubicBezTo>
                    <a:pt x="56" y="192"/>
                    <a:pt x="70" y="192"/>
                    <a:pt x="85" y="187"/>
                  </a:cubicBezTo>
                  <a:cubicBezTo>
                    <a:pt x="98" y="183"/>
                    <a:pt x="108" y="175"/>
                    <a:pt x="117" y="166"/>
                  </a:cubicBezTo>
                  <a:cubicBezTo>
                    <a:pt x="145" y="135"/>
                    <a:pt x="156" y="88"/>
                    <a:pt x="190" y="88"/>
                  </a:cubicBezTo>
                  <a:cubicBezTo>
                    <a:pt x="221" y="88"/>
                    <a:pt x="225" y="110"/>
                    <a:pt x="227" y="122"/>
                  </a:cubicBezTo>
                  <a:cubicBezTo>
                    <a:pt x="227" y="122"/>
                    <a:pt x="227" y="121"/>
                    <a:pt x="227" y="120"/>
                  </a:cubicBezTo>
                </a:path>
              </a:pathLst>
            </a:custGeom>
            <a:solidFill>
              <a:srgbClr val="007DB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grpSp>
      <p:sp>
        <p:nvSpPr>
          <p:cNvPr id="8" name="Retângulo 43">
            <a:extLst>
              <a:ext uri="{FF2B5EF4-FFF2-40B4-BE49-F238E27FC236}">
                <a16:creationId xmlns:a16="http://schemas.microsoft.com/office/drawing/2014/main" id="{834ADCB4-BFB1-450D-8F6D-64217F4CD92C}"/>
              </a:ext>
            </a:extLst>
          </p:cNvPr>
          <p:cNvSpPr/>
          <p:nvPr userDrawn="1"/>
        </p:nvSpPr>
        <p:spPr>
          <a:xfrm>
            <a:off x="9496659"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sp>
        <p:nvSpPr>
          <p:cNvPr id="15"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sp>
        <p:nvSpPr>
          <p:cNvPr id="20"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Tree>
    <p:extLst>
      <p:ext uri="{BB962C8B-B14F-4D97-AF65-F5344CB8AC3E}">
        <p14:creationId xmlns:p14="http://schemas.microsoft.com/office/powerpoint/2010/main" val="1664335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3218085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Grey">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0"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5258316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Charts">
    <p:bg>
      <p:bgRef idx="1001">
        <a:schemeClr val="bg1"/>
      </p:bgRef>
    </p:bg>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7B710EB7-4E56-449A-B5D4-12A5A50A258D}"/>
              </a:ext>
            </a:extLst>
          </p:cNvPr>
          <p:cNvSpPr>
            <a:spLocks noGrp="1"/>
          </p:cNvSpPr>
          <p:nvPr>
            <p:ph type="body" sz="quarter" idx="14" hasCustomPrompt="1"/>
          </p:nvPr>
        </p:nvSpPr>
        <p:spPr>
          <a:xfrm>
            <a:off x="407988" y="1428075"/>
            <a:ext cx="5543550" cy="412363"/>
          </a:xfrm>
          <a:prstGeom prst="rect">
            <a:avLst/>
          </a:prstGeom>
          <a:noFill/>
        </p:spPr>
        <p:txBody>
          <a:bodyPr anchor="b">
            <a:noAutofit/>
          </a:bodyPr>
          <a:lstStyle>
            <a:lvl1pPr algn="l">
              <a:lnSpc>
                <a:spcPts val="1800"/>
              </a:lnSpc>
              <a:defRPr sz="1600" b="0">
                <a:solidFill>
                  <a:schemeClr val="accent2"/>
                </a:solidFill>
              </a:defRPr>
            </a:lvl1pPr>
            <a:lvl2pPr>
              <a:defRPr sz="1400"/>
            </a:lvl2pPr>
            <a:lvl3pPr>
              <a:defRPr sz="1200"/>
            </a:lvl3pPr>
            <a:lvl4pPr>
              <a:defRPr sz="1100"/>
            </a:lvl4pPr>
            <a:lvl5pPr>
              <a:defRPr sz="1100"/>
            </a:lvl5pPr>
          </a:lstStyle>
          <a:p>
            <a:pPr lvl="0"/>
            <a:r>
              <a:rPr lang="en-US" dirty="0"/>
              <a:t>Click to insert chart title</a:t>
            </a:r>
          </a:p>
        </p:txBody>
      </p:sp>
      <p:sp>
        <p:nvSpPr>
          <p:cNvPr id="17" name="Chart Placeholder 16">
            <a:extLst>
              <a:ext uri="{FF2B5EF4-FFF2-40B4-BE49-F238E27FC236}">
                <a16:creationId xmlns:a16="http://schemas.microsoft.com/office/drawing/2014/main" id="{6093AB2F-A9E2-4259-8D2A-0E33C88FF1BC}"/>
              </a:ext>
            </a:extLst>
          </p:cNvPr>
          <p:cNvSpPr>
            <a:spLocks noGrp="1"/>
          </p:cNvSpPr>
          <p:nvPr>
            <p:ph type="chart" sz="quarter" idx="10"/>
          </p:nvPr>
        </p:nvSpPr>
        <p:spPr>
          <a:xfrm>
            <a:off x="407988" y="1824707"/>
            <a:ext cx="5543550" cy="1963738"/>
          </a:xfrm>
          <a:prstGeom prst="rect">
            <a:avLst/>
          </a:prstGeom>
        </p:spPr>
        <p:txBody>
          <a:bodyPr anchor="ctr"/>
          <a:lstStyle>
            <a:lvl1pPr algn="ctr">
              <a:defRPr/>
            </a:lvl1pPr>
          </a:lstStyle>
          <a:p>
            <a:endParaRPr lang="pt-PT"/>
          </a:p>
        </p:txBody>
      </p:sp>
      <p:sp>
        <p:nvSpPr>
          <p:cNvPr id="18" name="Chart Placeholder 16">
            <a:extLst>
              <a:ext uri="{FF2B5EF4-FFF2-40B4-BE49-F238E27FC236}">
                <a16:creationId xmlns:a16="http://schemas.microsoft.com/office/drawing/2014/main" id="{FFC514B9-95FB-485B-B1AD-4193B2310907}"/>
              </a:ext>
            </a:extLst>
          </p:cNvPr>
          <p:cNvSpPr>
            <a:spLocks noGrp="1"/>
          </p:cNvSpPr>
          <p:nvPr>
            <p:ph type="chart" sz="quarter" idx="11"/>
          </p:nvPr>
        </p:nvSpPr>
        <p:spPr>
          <a:xfrm>
            <a:off x="6240463" y="1824707"/>
            <a:ext cx="5543550" cy="1963738"/>
          </a:xfrm>
          <a:prstGeom prst="rect">
            <a:avLst/>
          </a:prstGeom>
        </p:spPr>
        <p:txBody>
          <a:bodyPr anchor="ctr"/>
          <a:lstStyle>
            <a:lvl1pPr algn="ctr">
              <a:defRPr/>
            </a:lvl1pPr>
          </a:lstStyle>
          <a:p>
            <a:endParaRPr lang="pt-PT"/>
          </a:p>
        </p:txBody>
      </p:sp>
      <p:sp>
        <p:nvSpPr>
          <p:cNvPr id="22" name="Text Placeholder 4">
            <a:extLst>
              <a:ext uri="{FF2B5EF4-FFF2-40B4-BE49-F238E27FC236}">
                <a16:creationId xmlns:a16="http://schemas.microsoft.com/office/drawing/2014/main" id="{212267A8-F086-40EB-BC5F-D9FE81725052}"/>
              </a:ext>
            </a:extLst>
          </p:cNvPr>
          <p:cNvSpPr>
            <a:spLocks noGrp="1"/>
          </p:cNvSpPr>
          <p:nvPr>
            <p:ph type="body" sz="quarter" idx="15" hasCustomPrompt="1"/>
          </p:nvPr>
        </p:nvSpPr>
        <p:spPr>
          <a:xfrm>
            <a:off x="6240463" y="1412875"/>
            <a:ext cx="5543550" cy="412363"/>
          </a:xfrm>
          <a:prstGeom prst="rect">
            <a:avLst/>
          </a:prstGeom>
          <a:noFill/>
        </p:spPr>
        <p:txBody>
          <a:bodyPr anchor="b">
            <a:noAutofit/>
          </a:bodyPr>
          <a:lstStyle>
            <a:lvl1pPr algn="l">
              <a:lnSpc>
                <a:spcPts val="1800"/>
              </a:lnSpc>
              <a:defRPr sz="1600" b="0">
                <a:solidFill>
                  <a:schemeClr val="accent2"/>
                </a:solidFill>
              </a:defRPr>
            </a:lvl1pPr>
            <a:lvl2pPr>
              <a:defRPr sz="1400"/>
            </a:lvl2pPr>
            <a:lvl3pPr>
              <a:defRPr sz="1200"/>
            </a:lvl3pPr>
            <a:lvl4pPr>
              <a:defRPr sz="1100"/>
            </a:lvl4pPr>
            <a:lvl5pPr>
              <a:defRPr sz="1100"/>
            </a:lvl5pPr>
          </a:lstStyle>
          <a:p>
            <a:pPr lvl="0"/>
            <a:r>
              <a:rPr lang="en-US" dirty="0"/>
              <a:t>Click to insert chart title</a:t>
            </a:r>
          </a:p>
        </p:txBody>
      </p:sp>
      <p:sp>
        <p:nvSpPr>
          <p:cNvPr id="12"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4"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25" name="Text Placeholder 4">
            <a:extLst>
              <a:ext uri="{FF2B5EF4-FFF2-40B4-BE49-F238E27FC236}">
                <a16:creationId xmlns:a16="http://schemas.microsoft.com/office/drawing/2014/main" id="{7B710EB7-4E56-449A-B5D4-12A5A50A258D}"/>
              </a:ext>
            </a:extLst>
          </p:cNvPr>
          <p:cNvSpPr>
            <a:spLocks noGrp="1"/>
          </p:cNvSpPr>
          <p:nvPr>
            <p:ph type="body" sz="quarter" idx="16" hasCustomPrompt="1"/>
          </p:nvPr>
        </p:nvSpPr>
        <p:spPr>
          <a:xfrm>
            <a:off x="407988" y="4081447"/>
            <a:ext cx="5543550" cy="412363"/>
          </a:xfrm>
          <a:prstGeom prst="rect">
            <a:avLst/>
          </a:prstGeom>
          <a:noFill/>
        </p:spPr>
        <p:txBody>
          <a:bodyPr anchor="b">
            <a:noAutofit/>
          </a:bodyPr>
          <a:lstStyle>
            <a:lvl1pPr algn="l">
              <a:lnSpc>
                <a:spcPts val="1800"/>
              </a:lnSpc>
              <a:defRPr sz="1600" b="0">
                <a:solidFill>
                  <a:schemeClr val="accent2"/>
                </a:solidFill>
              </a:defRPr>
            </a:lvl1pPr>
            <a:lvl2pPr>
              <a:defRPr sz="1400"/>
            </a:lvl2pPr>
            <a:lvl3pPr>
              <a:defRPr sz="1200"/>
            </a:lvl3pPr>
            <a:lvl4pPr>
              <a:defRPr sz="1100"/>
            </a:lvl4pPr>
            <a:lvl5pPr>
              <a:defRPr sz="1100"/>
            </a:lvl5pPr>
          </a:lstStyle>
          <a:p>
            <a:pPr lvl="0"/>
            <a:r>
              <a:rPr lang="en-US" dirty="0"/>
              <a:t>Click to insert chart title</a:t>
            </a:r>
          </a:p>
        </p:txBody>
      </p:sp>
      <p:sp>
        <p:nvSpPr>
          <p:cNvPr id="26" name="Chart Placeholder 16">
            <a:extLst>
              <a:ext uri="{FF2B5EF4-FFF2-40B4-BE49-F238E27FC236}">
                <a16:creationId xmlns:a16="http://schemas.microsoft.com/office/drawing/2014/main" id="{6093AB2F-A9E2-4259-8D2A-0E33C88FF1BC}"/>
              </a:ext>
            </a:extLst>
          </p:cNvPr>
          <p:cNvSpPr>
            <a:spLocks noGrp="1"/>
          </p:cNvSpPr>
          <p:nvPr>
            <p:ph type="chart" sz="quarter" idx="17"/>
          </p:nvPr>
        </p:nvSpPr>
        <p:spPr>
          <a:xfrm>
            <a:off x="407988" y="4478079"/>
            <a:ext cx="5543550" cy="1963738"/>
          </a:xfrm>
          <a:prstGeom prst="rect">
            <a:avLst/>
          </a:prstGeom>
        </p:spPr>
        <p:txBody>
          <a:bodyPr anchor="ctr"/>
          <a:lstStyle>
            <a:lvl1pPr algn="ctr">
              <a:defRPr/>
            </a:lvl1pPr>
          </a:lstStyle>
          <a:p>
            <a:endParaRPr lang="pt-PT"/>
          </a:p>
        </p:txBody>
      </p:sp>
      <p:sp>
        <p:nvSpPr>
          <p:cNvPr id="27" name="Chart Placeholder 16">
            <a:extLst>
              <a:ext uri="{FF2B5EF4-FFF2-40B4-BE49-F238E27FC236}">
                <a16:creationId xmlns:a16="http://schemas.microsoft.com/office/drawing/2014/main" id="{FFC514B9-95FB-485B-B1AD-4193B2310907}"/>
              </a:ext>
            </a:extLst>
          </p:cNvPr>
          <p:cNvSpPr>
            <a:spLocks noGrp="1"/>
          </p:cNvSpPr>
          <p:nvPr>
            <p:ph type="chart" sz="quarter" idx="18"/>
          </p:nvPr>
        </p:nvSpPr>
        <p:spPr>
          <a:xfrm>
            <a:off x="6240463" y="4478079"/>
            <a:ext cx="5543550" cy="1963738"/>
          </a:xfrm>
          <a:prstGeom prst="rect">
            <a:avLst/>
          </a:prstGeom>
        </p:spPr>
        <p:txBody>
          <a:bodyPr anchor="ctr"/>
          <a:lstStyle>
            <a:lvl1pPr algn="ctr">
              <a:defRPr/>
            </a:lvl1pPr>
          </a:lstStyle>
          <a:p>
            <a:endParaRPr lang="pt-PT"/>
          </a:p>
        </p:txBody>
      </p:sp>
      <p:sp>
        <p:nvSpPr>
          <p:cNvPr id="28" name="Text Placeholder 4">
            <a:extLst>
              <a:ext uri="{FF2B5EF4-FFF2-40B4-BE49-F238E27FC236}">
                <a16:creationId xmlns:a16="http://schemas.microsoft.com/office/drawing/2014/main" id="{212267A8-F086-40EB-BC5F-D9FE81725052}"/>
              </a:ext>
            </a:extLst>
          </p:cNvPr>
          <p:cNvSpPr>
            <a:spLocks noGrp="1"/>
          </p:cNvSpPr>
          <p:nvPr>
            <p:ph type="body" sz="quarter" idx="19" hasCustomPrompt="1"/>
          </p:nvPr>
        </p:nvSpPr>
        <p:spPr>
          <a:xfrm>
            <a:off x="6240463" y="4066247"/>
            <a:ext cx="5543550" cy="412363"/>
          </a:xfrm>
          <a:prstGeom prst="rect">
            <a:avLst/>
          </a:prstGeom>
          <a:noFill/>
        </p:spPr>
        <p:txBody>
          <a:bodyPr anchor="b">
            <a:noAutofit/>
          </a:bodyPr>
          <a:lstStyle>
            <a:lvl1pPr algn="l">
              <a:lnSpc>
                <a:spcPts val="1800"/>
              </a:lnSpc>
              <a:defRPr sz="1600" b="0">
                <a:solidFill>
                  <a:schemeClr val="accent2"/>
                </a:solidFill>
              </a:defRPr>
            </a:lvl1pPr>
            <a:lvl2pPr>
              <a:defRPr sz="1400"/>
            </a:lvl2pPr>
            <a:lvl3pPr>
              <a:defRPr sz="1200"/>
            </a:lvl3pPr>
            <a:lvl4pPr>
              <a:defRPr sz="1100"/>
            </a:lvl4pPr>
            <a:lvl5pPr>
              <a:defRPr sz="1100"/>
            </a:lvl5pPr>
          </a:lstStyle>
          <a:p>
            <a:pPr lvl="0"/>
            <a:r>
              <a:rPr lang="en-US" dirty="0"/>
              <a:t>Click to insert chart title</a:t>
            </a:r>
          </a:p>
        </p:txBody>
      </p:sp>
      <p:sp>
        <p:nvSpPr>
          <p:cNvPr id="2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093753981"/>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with Bullets">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0113F8D-52D8-4246-B9BC-1A6D3EF8C72C}"/>
              </a:ext>
            </a:extLst>
          </p:cNvPr>
          <p:cNvPicPr>
            <a:picLocks noChangeAspect="1"/>
          </p:cNvPicPr>
          <p:nvPr userDrawn="1"/>
        </p:nvPicPr>
        <p:blipFill>
          <a:blip r:embed="rId2">
            <a:extLst>
              <a:ext uri="{96DAC541-7B7A-43D3-8B79-37D633B846F1}">
                <asvg:svgBlip xmlns:asvg="http://schemas.microsoft.com/office/drawing/2016/SVG/main" r:embed="rId3"/>
              </a:ext>
            </a:extLst>
          </a:blip>
          <a:srcRect b="25000"/>
          <a:stretch>
            <a:fillRect/>
          </a:stretch>
        </p:blipFill>
        <p:spPr>
          <a:xfrm>
            <a:off x="0" y="1485900"/>
            <a:ext cx="6423098" cy="5372100"/>
          </a:xfrm>
          <a:custGeom>
            <a:avLst/>
            <a:gdLst>
              <a:gd name="connsiteX0" fmla="*/ 0 w 6149773"/>
              <a:gd name="connsiteY0" fmla="*/ 0 h 5143500"/>
              <a:gd name="connsiteX1" fmla="*/ 6149773 w 6149773"/>
              <a:gd name="connsiteY1" fmla="*/ 0 h 5143500"/>
              <a:gd name="connsiteX2" fmla="*/ 6149773 w 6149773"/>
              <a:gd name="connsiteY2" fmla="*/ 5143500 h 5143500"/>
              <a:gd name="connsiteX3" fmla="*/ 0 w 6149773"/>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6149773" h="5143500">
                <a:moveTo>
                  <a:pt x="0" y="0"/>
                </a:moveTo>
                <a:lnTo>
                  <a:pt x="6149773" y="0"/>
                </a:lnTo>
                <a:lnTo>
                  <a:pt x="6149773" y="5143500"/>
                </a:lnTo>
                <a:lnTo>
                  <a:pt x="0" y="5143500"/>
                </a:lnTo>
                <a:close/>
              </a:path>
            </a:pathLst>
          </a:custGeom>
        </p:spPr>
      </p:pic>
      <p:sp>
        <p:nvSpPr>
          <p:cNvPr id="39"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8075612" y="1268413"/>
            <a:ext cx="3708401"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0"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8075612" y="1927538"/>
            <a:ext cx="3708401" cy="555448"/>
          </a:xfrm>
          <a:prstGeom prst="rect">
            <a:avLst/>
          </a:prstGeom>
        </p:spPr>
        <p:txBody>
          <a:bodyPr anchor="ctr">
            <a:noAutofit/>
          </a:bodyPr>
          <a:lstStyle>
            <a:lvl1pPr marL="0" marR="0" indent="0" algn="l" defTabSz="914400" rtl="0" eaLnBrk="1" fontAlgn="auto" latinLnBrk="0" hangingPunct="1">
              <a:lnSpc>
                <a:spcPts val="1600"/>
              </a:lnSpc>
              <a:spcBef>
                <a:spcPts val="0"/>
              </a:spcBef>
              <a:spcAft>
                <a:spcPts val="600"/>
              </a:spcAft>
              <a:buClrTx/>
              <a:buSzTx/>
              <a:buFont typeface="Arial" panose="020B0604020202020204" pitchFamily="34" charset="0"/>
              <a:buNone/>
              <a:tabLs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41"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8075612" y="2586663"/>
            <a:ext cx="3708401"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2"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8075612" y="3245788"/>
            <a:ext cx="3708401"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3"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8075612" y="3904913"/>
            <a:ext cx="3708401"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4"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8075612" y="4564038"/>
            <a:ext cx="3708401"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5"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8075612" y="5223163"/>
            <a:ext cx="3708401"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6"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8075612" y="5882286"/>
            <a:ext cx="3708401"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8" name="Picture Placeholder 47">
            <a:extLst>
              <a:ext uri="{FF2B5EF4-FFF2-40B4-BE49-F238E27FC236}">
                <a16:creationId xmlns:a16="http://schemas.microsoft.com/office/drawing/2014/main" id="{51CA337D-4B25-44C1-847A-AC0D74277B60}"/>
              </a:ext>
            </a:extLst>
          </p:cNvPr>
          <p:cNvSpPr>
            <a:spLocks noGrp="1"/>
          </p:cNvSpPr>
          <p:nvPr>
            <p:ph type="pic" sz="quarter" idx="19"/>
          </p:nvPr>
        </p:nvSpPr>
        <p:spPr>
          <a:xfrm>
            <a:off x="0" y="1381125"/>
            <a:ext cx="7494588" cy="5476875"/>
          </a:xfrm>
          <a:prstGeom prst="rect">
            <a:avLst/>
          </a:prstGeom>
        </p:spPr>
        <p:txBody>
          <a:bodyPr anchor="ctr"/>
          <a:lstStyle>
            <a:lvl1pPr algn="ctr">
              <a:defRPr/>
            </a:lvl1pPr>
          </a:lstStyle>
          <a:p>
            <a:endParaRPr lang="pt-PT"/>
          </a:p>
        </p:txBody>
      </p:sp>
      <p:sp>
        <p:nvSpPr>
          <p:cNvPr id="13"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solidFill>
                  <a:schemeClr val="accent3"/>
                </a:solidFill>
              </a:defRPr>
            </a:lvl1pPr>
          </a:lstStyle>
          <a:p>
            <a:pPr lvl="0">
              <a:lnSpc>
                <a:spcPts val="3000"/>
              </a:lnSpc>
            </a:pPr>
            <a:r>
              <a:rPr lang="en-US" dirty="0"/>
              <a:t>Click to add title</a:t>
            </a:r>
            <a:endParaRPr lang="pt-PT" dirty="0"/>
          </a:p>
        </p:txBody>
      </p:sp>
      <p:sp>
        <p:nvSpPr>
          <p:cNvPr id="15"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6"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bg1">
                <a:lumMod val="95000"/>
              </a:schemeClr>
            </a:solidFill>
            <a:round/>
          </a:ln>
        </p:spPr>
        <p:style>
          <a:lnRef idx="1">
            <a:schemeClr val="accent1"/>
          </a:lnRef>
          <a:fillRef idx="0">
            <a:schemeClr val="accent1"/>
          </a:fillRef>
          <a:effectRef idx="0">
            <a:schemeClr val="accent1"/>
          </a:effectRef>
          <a:fontRef idx="minor">
            <a:schemeClr val="tx1"/>
          </a:fontRef>
        </p:style>
      </p:cxnSp>
      <p:sp>
        <p:nvSpPr>
          <p:cNvPr id="17" name="Rectangle 27">
            <a:hlinkClick r:id="rId4"/>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8"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35747787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with Shapes - Layout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5848EA7-8D7C-4A7B-9182-7C1202EDBFB1}"/>
              </a:ext>
            </a:extLst>
          </p:cNvPr>
          <p:cNvSpPr/>
          <p:nvPr userDrawn="1"/>
        </p:nvSpPr>
        <p:spPr>
          <a:xfrm>
            <a:off x="5550122" y="732974"/>
            <a:ext cx="6641878" cy="6125027"/>
          </a:xfrm>
          <a:custGeom>
            <a:avLst/>
            <a:gdLst>
              <a:gd name="connsiteX0" fmla="*/ 4389354 w 6641878"/>
              <a:gd name="connsiteY0" fmla="*/ 775 h 6125027"/>
              <a:gd name="connsiteX1" fmla="*/ 6309188 w 6641878"/>
              <a:gd name="connsiteY1" fmla="*/ 158122 h 6125027"/>
              <a:gd name="connsiteX2" fmla="*/ 6641878 w 6641878"/>
              <a:gd name="connsiteY2" fmla="*/ 218708 h 6125027"/>
              <a:gd name="connsiteX3" fmla="*/ 6641878 w 6641878"/>
              <a:gd name="connsiteY3" fmla="*/ 6125027 h 6125027"/>
              <a:gd name="connsiteX4" fmla="*/ 0 w 6641878"/>
              <a:gd name="connsiteY4" fmla="*/ 6125027 h 6125027"/>
              <a:gd name="connsiteX5" fmla="*/ 90624 w 6641878"/>
              <a:gd name="connsiteY5" fmla="*/ 5875088 h 6125027"/>
              <a:gd name="connsiteX6" fmla="*/ 3403890 w 6641878"/>
              <a:gd name="connsiteY6" fmla="*/ 22965 h 6125027"/>
              <a:gd name="connsiteX7" fmla="*/ 4389354 w 6641878"/>
              <a:gd name="connsiteY7" fmla="*/ 775 h 612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41878" h="6125027">
                <a:moveTo>
                  <a:pt x="4389354" y="775"/>
                </a:moveTo>
                <a:cubicBezTo>
                  <a:pt x="5042595" y="7500"/>
                  <a:pt x="5686424" y="58155"/>
                  <a:pt x="6309188" y="158122"/>
                </a:cubicBezTo>
                <a:lnTo>
                  <a:pt x="6641878" y="218708"/>
                </a:lnTo>
                <a:lnTo>
                  <a:pt x="6641878" y="6125027"/>
                </a:lnTo>
                <a:lnTo>
                  <a:pt x="0" y="6125027"/>
                </a:lnTo>
                <a:lnTo>
                  <a:pt x="90624" y="5875088"/>
                </a:lnTo>
                <a:cubicBezTo>
                  <a:pt x="963229" y="3633055"/>
                  <a:pt x="2980348" y="1576261"/>
                  <a:pt x="3403890" y="22965"/>
                </a:cubicBezTo>
                <a:cubicBezTo>
                  <a:pt x="3733760" y="5034"/>
                  <a:pt x="4062734" y="-2587"/>
                  <a:pt x="4389354" y="775"/>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37" name="Text Placeholder 7">
            <a:extLst>
              <a:ext uri="{FF2B5EF4-FFF2-40B4-BE49-F238E27FC236}">
                <a16:creationId xmlns:a16="http://schemas.microsoft.com/office/drawing/2014/main" id="{B223EFB8-88D3-4227-B238-464A474B852E}"/>
              </a:ext>
            </a:extLst>
          </p:cNvPr>
          <p:cNvSpPr>
            <a:spLocks noGrp="1"/>
          </p:cNvSpPr>
          <p:nvPr>
            <p:ph type="body" sz="quarter" idx="12" hasCustomPrompt="1"/>
          </p:nvPr>
        </p:nvSpPr>
        <p:spPr>
          <a:xfrm>
            <a:off x="2044699" y="3913792"/>
            <a:ext cx="2994439" cy="894840"/>
          </a:xfrm>
          <a:prstGeom prst="rect">
            <a:avLst/>
          </a:prstGeom>
        </p:spPr>
        <p:txBody>
          <a:bodyPr anchor="ctr">
            <a:noAutofit/>
          </a:bodyPr>
          <a:lstStyle>
            <a:lvl1pPr>
              <a:lnSpc>
                <a:spcPts val="16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8" name="Text Placeholder 7">
            <a:extLst>
              <a:ext uri="{FF2B5EF4-FFF2-40B4-BE49-F238E27FC236}">
                <a16:creationId xmlns:a16="http://schemas.microsoft.com/office/drawing/2014/main" id="{274C953F-F6D9-4EEF-A914-7C47201B5536}"/>
              </a:ext>
            </a:extLst>
          </p:cNvPr>
          <p:cNvSpPr>
            <a:spLocks noGrp="1"/>
          </p:cNvSpPr>
          <p:nvPr>
            <p:ph type="body" sz="quarter" idx="13" hasCustomPrompt="1"/>
          </p:nvPr>
        </p:nvSpPr>
        <p:spPr>
          <a:xfrm>
            <a:off x="2044699" y="5111406"/>
            <a:ext cx="2994439" cy="894840"/>
          </a:xfrm>
          <a:prstGeom prst="rect">
            <a:avLst/>
          </a:prstGeom>
        </p:spPr>
        <p:txBody>
          <a:bodyPr anchor="ctr">
            <a:noAutofit/>
          </a:bodyPr>
          <a:lstStyle>
            <a:lvl1pPr>
              <a:lnSpc>
                <a:spcPts val="16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5"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407988" y="1413990"/>
            <a:ext cx="6297894" cy="894840"/>
          </a:xfrm>
          <a:prstGeom prst="rect">
            <a:avLst/>
          </a:prstGeom>
        </p:spPr>
        <p:txBody>
          <a:bodyPr>
            <a:noAutofit/>
          </a:bodyPr>
          <a:lstStyle>
            <a:lvl1pPr>
              <a:lnSpc>
                <a:spcPts val="2200"/>
              </a:lnSpc>
              <a:defRPr sz="18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6" name="Text Placeholder 7">
            <a:extLst>
              <a:ext uri="{FF2B5EF4-FFF2-40B4-BE49-F238E27FC236}">
                <a16:creationId xmlns:a16="http://schemas.microsoft.com/office/drawing/2014/main" id="{4C26CB88-1502-4963-9C3F-B1DA1792174C}"/>
              </a:ext>
            </a:extLst>
          </p:cNvPr>
          <p:cNvSpPr>
            <a:spLocks noGrp="1"/>
          </p:cNvSpPr>
          <p:nvPr>
            <p:ph type="body" sz="quarter" idx="11" hasCustomPrompt="1"/>
          </p:nvPr>
        </p:nvSpPr>
        <p:spPr>
          <a:xfrm>
            <a:off x="2044699" y="2611604"/>
            <a:ext cx="2994439" cy="894840"/>
          </a:xfrm>
          <a:prstGeom prst="rect">
            <a:avLst/>
          </a:prstGeom>
        </p:spPr>
        <p:txBody>
          <a:bodyPr anchor="ctr">
            <a:noAutofit/>
          </a:bodyPr>
          <a:lstStyle>
            <a:lvl1pPr>
              <a:lnSpc>
                <a:spcPts val="16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0" name="Text Placeholder 7">
            <a:extLst>
              <a:ext uri="{FF2B5EF4-FFF2-40B4-BE49-F238E27FC236}">
                <a16:creationId xmlns:a16="http://schemas.microsoft.com/office/drawing/2014/main" id="{14E8646B-8451-4052-9B50-DB60E346C8FA}"/>
              </a:ext>
            </a:extLst>
          </p:cNvPr>
          <p:cNvSpPr>
            <a:spLocks noGrp="1"/>
          </p:cNvSpPr>
          <p:nvPr>
            <p:ph type="body" sz="quarter" idx="14" hasCustomPrompt="1"/>
          </p:nvPr>
        </p:nvSpPr>
        <p:spPr>
          <a:xfrm>
            <a:off x="7392144" y="5276721"/>
            <a:ext cx="4391869" cy="729525"/>
          </a:xfrm>
          <a:prstGeom prst="rect">
            <a:avLst/>
          </a:prstGeom>
        </p:spPr>
        <p:txBody>
          <a:bodyPr>
            <a:noAutofit/>
          </a:bodyPr>
          <a:lstStyle>
            <a:lvl1pPr algn="r">
              <a:lnSpc>
                <a:spcPts val="1800"/>
              </a:lnSpc>
              <a:defRPr sz="16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3" name="Text Placeholder 42">
            <a:extLst>
              <a:ext uri="{FF2B5EF4-FFF2-40B4-BE49-F238E27FC236}">
                <a16:creationId xmlns:a16="http://schemas.microsoft.com/office/drawing/2014/main" id="{A06380E9-5885-470D-9428-A5F69B32620C}"/>
              </a:ext>
            </a:extLst>
          </p:cNvPr>
          <p:cNvSpPr>
            <a:spLocks noGrp="1"/>
          </p:cNvSpPr>
          <p:nvPr>
            <p:ph type="body" sz="quarter" idx="15" hasCustomPrompt="1"/>
          </p:nvPr>
        </p:nvSpPr>
        <p:spPr>
          <a:xfrm>
            <a:off x="7392144" y="4140764"/>
            <a:ext cx="4391869" cy="974725"/>
          </a:xfrm>
          <a:prstGeom prst="rect">
            <a:avLst/>
          </a:prstGeom>
        </p:spPr>
        <p:txBody>
          <a:bodyPr anchor="b">
            <a:noAutofit/>
          </a:bodyPr>
          <a:lstStyle>
            <a:lvl1pPr algn="r">
              <a:lnSpc>
                <a:spcPts val="3000"/>
              </a:lnSpc>
              <a:defRPr sz="2600">
                <a:solidFill>
                  <a:schemeClr val="bg1"/>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solidFill>
                  <a:schemeClr val="accent3"/>
                </a:solidFill>
              </a:defRPr>
            </a:lvl1pPr>
          </a:lstStyle>
          <a:p>
            <a:pPr lvl="0">
              <a:lnSpc>
                <a:spcPts val="3000"/>
              </a:lnSpc>
            </a:pPr>
            <a:r>
              <a:rPr lang="en-US" dirty="0"/>
              <a:t>Click to add title</a:t>
            </a:r>
            <a:endParaRPr lang="pt-PT" dirty="0"/>
          </a:p>
        </p:txBody>
      </p:sp>
      <p:sp>
        <p:nvSpPr>
          <p:cNvPr id="11"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4"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6"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2374674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a:off x="0" y="2698314"/>
            <a:ext cx="6262141" cy="4159686"/>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36" name="Text Placeholder 30">
            <a:extLst>
              <a:ext uri="{FF2B5EF4-FFF2-40B4-BE49-F238E27FC236}">
                <a16:creationId xmlns:a16="http://schemas.microsoft.com/office/drawing/2014/main" id="{A694DB54-BE04-4A4E-A6EE-DAEE5E62E607}"/>
              </a:ext>
            </a:extLst>
          </p:cNvPr>
          <p:cNvSpPr>
            <a:spLocks noGrp="1"/>
          </p:cNvSpPr>
          <p:nvPr>
            <p:ph type="body" sz="quarter" idx="22" hasCustomPrompt="1"/>
          </p:nvPr>
        </p:nvSpPr>
        <p:spPr>
          <a:xfrm>
            <a:off x="8766493" y="1370345"/>
            <a:ext cx="3017520" cy="4684811"/>
          </a:xfrm>
          <a:prstGeom prst="rect">
            <a:avLst/>
          </a:prstGeom>
        </p:spPr>
        <p:txBody>
          <a:bodyPr>
            <a:noAutofit/>
          </a:bodyPr>
          <a:lstStyle>
            <a:lvl1pPr marL="285750" marR="0" indent="-285750" algn="l" defTabSz="914400" rtl="0" eaLnBrk="1" fontAlgn="auto" latinLnBrk="0" hangingPunct="1">
              <a:lnSpc>
                <a:spcPct val="90000"/>
              </a:lnSpc>
              <a:spcBef>
                <a:spcPts val="1000"/>
              </a:spcBef>
              <a:spcAft>
                <a:spcPts val="0"/>
              </a:spcAft>
              <a:buClr>
                <a:schemeClr val="accent5"/>
              </a:buClr>
              <a:buSzTx/>
              <a:buFont typeface="Wingdings" panose="05000000000000000000" pitchFamily="2" charset="2"/>
              <a:buChar char="§"/>
              <a:tabLst/>
              <a:defRPr sz="1400"/>
            </a:lvl1pPr>
          </a:lstStyle>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endParaRPr lang="en-US" dirty="0"/>
          </a:p>
        </p:txBody>
      </p:sp>
      <p:sp>
        <p:nvSpPr>
          <p:cNvPr id="35" name="Text Placeholder 4">
            <a:extLst>
              <a:ext uri="{FF2B5EF4-FFF2-40B4-BE49-F238E27FC236}">
                <a16:creationId xmlns:a16="http://schemas.microsoft.com/office/drawing/2014/main" id="{E2060C84-FD71-4961-82B4-7C268461CC65}"/>
              </a:ext>
            </a:extLst>
          </p:cNvPr>
          <p:cNvSpPr>
            <a:spLocks noGrp="1"/>
          </p:cNvSpPr>
          <p:nvPr>
            <p:ph type="body" sz="quarter" idx="21" hasCustomPrompt="1"/>
          </p:nvPr>
        </p:nvSpPr>
        <p:spPr>
          <a:xfrm>
            <a:off x="8766493" y="948199"/>
            <a:ext cx="3017520" cy="412363"/>
          </a:xfrm>
          <a:prstGeom prst="rect">
            <a:avLst/>
          </a:prstGeom>
          <a:noFill/>
        </p:spPr>
        <p:txBody>
          <a:bodyPr anchor="ctr">
            <a:normAutofit/>
          </a:bodyPr>
          <a:lstStyle>
            <a:lvl1pPr algn="l">
              <a:defRPr sz="1600" b="1">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2" name="Text Placeholder 4">
            <a:extLst>
              <a:ext uri="{FF2B5EF4-FFF2-40B4-BE49-F238E27FC236}">
                <a16:creationId xmlns:a16="http://schemas.microsoft.com/office/drawing/2014/main" id="{2004AAFC-35BA-48A1-8C05-845440E48D80}"/>
              </a:ext>
            </a:extLst>
          </p:cNvPr>
          <p:cNvSpPr>
            <a:spLocks noGrp="1"/>
          </p:cNvSpPr>
          <p:nvPr>
            <p:ph type="body" sz="quarter" idx="18" hasCustomPrompt="1"/>
          </p:nvPr>
        </p:nvSpPr>
        <p:spPr>
          <a:xfrm>
            <a:off x="5395898" y="948199"/>
            <a:ext cx="3017520" cy="412363"/>
          </a:xfrm>
          <a:prstGeom prst="rect">
            <a:avLst/>
          </a:prstGeom>
          <a:noFill/>
        </p:spPr>
        <p:txBody>
          <a:bodyPr anchor="ctr">
            <a:normAutofit/>
          </a:bodyPr>
          <a:lstStyle>
            <a:lvl1pPr algn="l">
              <a:defRPr sz="1600" b="1">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4963915"/>
            <a:ext cx="3296647" cy="331986"/>
          </a:xfrm>
          <a:prstGeom prst="rect">
            <a:avLst/>
          </a:prstGeom>
          <a:noFill/>
        </p:spPr>
        <p:txBody>
          <a:bodyPr anchor="ctr">
            <a:noAutofit/>
          </a:bodyPr>
          <a:lstStyle>
            <a:lvl1pPr algn="l">
              <a:defRPr sz="1600" b="1">
                <a:solidFill>
                  <a:schemeClr val="bg1"/>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601839"/>
            <a:ext cx="3296647" cy="412363"/>
          </a:xfrm>
          <a:prstGeom prst="rect">
            <a:avLst/>
          </a:prstGeom>
          <a:noFill/>
        </p:spPr>
        <p:txBody>
          <a:bodyPr anchor="ctr">
            <a:noAutofit/>
          </a:bodyPr>
          <a:lstStyle>
            <a:lvl1pPr algn="l">
              <a:spcAft>
                <a:spcPts val="0"/>
              </a:spcAft>
              <a:defRPr sz="1800" b="1">
                <a:solidFill>
                  <a:schemeClr val="bg1"/>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029586"/>
            <a:ext cx="3304144" cy="894840"/>
          </a:xfrm>
          <a:prstGeom prst="rect">
            <a:avLst/>
          </a:prstGeom>
        </p:spPr>
        <p:txBody>
          <a:bodyPr>
            <a:noAutofit/>
          </a:bodyPr>
          <a:lstStyle>
            <a:lvl1pPr>
              <a:lnSpc>
                <a:spcPct val="100000"/>
              </a:lnSpc>
              <a:defRPr sz="14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286886"/>
            <a:ext cx="3297695" cy="713864"/>
          </a:xfrm>
          <a:prstGeom prst="rect">
            <a:avLst/>
          </a:prstGeom>
        </p:spPr>
        <p:txBody>
          <a:bodyPr>
            <a:noAutofit/>
          </a:bodyPr>
          <a:lstStyle>
            <a:lvl1pPr>
              <a:lnSpc>
                <a:spcPct val="100000"/>
              </a:lnSpc>
              <a:defRPr sz="14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31" name="Text Placeholder 30">
            <a:extLst>
              <a:ext uri="{FF2B5EF4-FFF2-40B4-BE49-F238E27FC236}">
                <a16:creationId xmlns:a16="http://schemas.microsoft.com/office/drawing/2014/main" id="{2F5FD05B-1971-40EF-87B3-AD5F161F8514}"/>
              </a:ext>
            </a:extLst>
          </p:cNvPr>
          <p:cNvSpPr>
            <a:spLocks noGrp="1"/>
          </p:cNvSpPr>
          <p:nvPr>
            <p:ph type="body" sz="quarter" idx="17" hasCustomPrompt="1"/>
          </p:nvPr>
        </p:nvSpPr>
        <p:spPr>
          <a:xfrm>
            <a:off x="5393774" y="1370346"/>
            <a:ext cx="3017520" cy="1951038"/>
          </a:xfrm>
          <a:prstGeom prst="rect">
            <a:avLst/>
          </a:prstGeom>
        </p:spPr>
        <p:txBody>
          <a:bodyPr>
            <a:noAutofit/>
          </a:bodyPr>
          <a:lstStyle>
            <a:lvl1pPr marL="233363" marR="0" indent="-233363" algn="l" defTabSz="914400" rtl="0" eaLnBrk="1" fontAlgn="auto" latinLnBrk="0" hangingPunct="1">
              <a:lnSpc>
                <a:spcPct val="90000"/>
              </a:lnSpc>
              <a:spcBef>
                <a:spcPts val="1000"/>
              </a:spcBef>
              <a:spcAft>
                <a:spcPts val="0"/>
              </a:spcAft>
              <a:buClr>
                <a:schemeClr val="accent5"/>
              </a:buClr>
              <a:buSzTx/>
              <a:buFont typeface="Wingdings" panose="05000000000000000000" pitchFamily="2" charset="2"/>
              <a:buChar char="§"/>
              <a:tabLst/>
              <a:defRPr sz="1400"/>
            </a:lvl1pPr>
          </a:lstStyle>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endParaRPr lang="en-US" dirty="0"/>
          </a:p>
        </p:txBody>
      </p:sp>
      <p:sp>
        <p:nvSpPr>
          <p:cNvPr id="33" name="Text Placeholder 4">
            <a:extLst>
              <a:ext uri="{FF2B5EF4-FFF2-40B4-BE49-F238E27FC236}">
                <a16:creationId xmlns:a16="http://schemas.microsoft.com/office/drawing/2014/main" id="{C387DD03-5B9B-4915-A35C-BA24C495D5E3}"/>
              </a:ext>
            </a:extLst>
          </p:cNvPr>
          <p:cNvSpPr>
            <a:spLocks noGrp="1"/>
          </p:cNvSpPr>
          <p:nvPr>
            <p:ph type="body" sz="quarter" idx="19" hasCustomPrompt="1"/>
          </p:nvPr>
        </p:nvSpPr>
        <p:spPr>
          <a:xfrm>
            <a:off x="5406896" y="3683544"/>
            <a:ext cx="3017520" cy="412363"/>
          </a:xfrm>
          <a:prstGeom prst="rect">
            <a:avLst/>
          </a:prstGeom>
          <a:noFill/>
        </p:spPr>
        <p:txBody>
          <a:bodyPr anchor="ctr">
            <a:normAutofit/>
          </a:bodyPr>
          <a:lstStyle>
            <a:lvl1pPr algn="l">
              <a:defRPr sz="1600" b="1">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4" name="Text Placeholder 30">
            <a:extLst>
              <a:ext uri="{FF2B5EF4-FFF2-40B4-BE49-F238E27FC236}">
                <a16:creationId xmlns:a16="http://schemas.microsoft.com/office/drawing/2014/main" id="{F174517F-7F9E-4498-9850-A8027203156A}"/>
              </a:ext>
            </a:extLst>
          </p:cNvPr>
          <p:cNvSpPr>
            <a:spLocks noGrp="1"/>
          </p:cNvSpPr>
          <p:nvPr>
            <p:ph type="body" sz="quarter" idx="20" hasCustomPrompt="1"/>
          </p:nvPr>
        </p:nvSpPr>
        <p:spPr>
          <a:xfrm>
            <a:off x="5404772" y="4105691"/>
            <a:ext cx="3017520" cy="1951038"/>
          </a:xfrm>
          <a:prstGeom prst="rect">
            <a:avLst/>
          </a:prstGeom>
        </p:spPr>
        <p:txBody>
          <a:bodyPr>
            <a:noAutofit/>
          </a:bodyPr>
          <a:lstStyle>
            <a:lvl1pPr marL="285750" marR="0" indent="-285750" algn="l" defTabSz="914400" rtl="0" eaLnBrk="1" fontAlgn="auto" latinLnBrk="0" hangingPunct="1">
              <a:lnSpc>
                <a:spcPct val="90000"/>
              </a:lnSpc>
              <a:spcBef>
                <a:spcPts val="1000"/>
              </a:spcBef>
              <a:spcAft>
                <a:spcPts val="0"/>
              </a:spcAft>
              <a:buClr>
                <a:schemeClr val="accent5"/>
              </a:buClr>
              <a:buSzTx/>
              <a:buFont typeface="Wingdings" panose="05000000000000000000" pitchFamily="2" charset="2"/>
              <a:buChar char="§"/>
              <a:tabLst/>
              <a:defRPr sz="1400"/>
            </a:lvl1pPr>
          </a:lstStyle>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endParaRPr lang="en-US" dirty="0"/>
          </a:p>
        </p:txBody>
      </p:sp>
      <p:sp>
        <p:nvSpPr>
          <p:cNvPr id="13" name="Oval 20">
            <a:extLst>
              <a:ext uri="{FF2B5EF4-FFF2-40B4-BE49-F238E27FC236}">
                <a16:creationId xmlns:a16="http://schemas.microsoft.com/office/drawing/2014/main" id="{1EFB3510-D39A-47CF-8191-109DDF9E53D5}"/>
              </a:ext>
            </a:extLst>
          </p:cNvPr>
          <p:cNvSpPr/>
          <p:nvPr userDrawn="1"/>
        </p:nvSpPr>
        <p:spPr>
          <a:xfrm>
            <a:off x="762628" y="1028252"/>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6"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17"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chemeClr val="tx2"/>
                </a:solidFill>
                <a:latin typeface="+mj-lt"/>
                <a:cs typeface="Arial" panose="020B0604020202020204" pitchFamily="34" charset="0"/>
              </a:rPr>
              <a:t>Presentation Title | Author | Date</a:t>
            </a:r>
          </a:p>
        </p:txBody>
      </p:sp>
      <p:sp>
        <p:nvSpPr>
          <p:cNvPr id="1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25833236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with Filled Background">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443981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Placeholder 10">
            <a:extLst>
              <a:ext uri="{FF2B5EF4-FFF2-40B4-BE49-F238E27FC236}">
                <a16:creationId xmlns:a16="http://schemas.microsoft.com/office/drawing/2014/main" id="{709E13E3-3323-4A67-80E2-F9198122983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839" r="32420"/>
          <a:stretch/>
        </p:blipFill>
        <p:spPr>
          <a:xfrm>
            <a:off x="4253790" y="-2148"/>
            <a:ext cx="7938210" cy="6898276"/>
          </a:xfrm>
          <a:prstGeom prst="rect">
            <a:avLst/>
          </a:prstGeom>
        </p:spPr>
      </p:pic>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8" y="3068960"/>
            <a:ext cx="6696124" cy="3375382"/>
          </a:xfrm>
          <a:prstGeom prst="rect">
            <a:avLst/>
          </a:prstGeom>
        </p:spPr>
        <p:txBody>
          <a:bodyPr>
            <a:noAutofit/>
          </a:bodyPr>
          <a:lstStyle>
            <a:lvl1pPr>
              <a:lnSpc>
                <a:spcPts val="2000"/>
              </a:lnSpc>
              <a:spcAft>
                <a:spcPts val="1800"/>
              </a:spcAft>
              <a:defRPr sz="1600">
                <a:solidFill>
                  <a:schemeClr val="bg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long text</a:t>
            </a:r>
            <a:endParaRPr lang="pt-PT" dirty="0"/>
          </a:p>
        </p:txBody>
      </p:sp>
      <p:sp>
        <p:nvSpPr>
          <p:cNvPr id="10" name="Title Placeholder 1">
            <a:extLst>
              <a:ext uri="{FF2B5EF4-FFF2-40B4-BE49-F238E27FC236}">
                <a16:creationId xmlns:a16="http://schemas.microsoft.com/office/drawing/2014/main" id="{57798370-07F4-412F-86CE-30C026EA6825}"/>
              </a:ext>
            </a:extLst>
          </p:cNvPr>
          <p:cNvSpPr>
            <a:spLocks noGrp="1"/>
          </p:cNvSpPr>
          <p:nvPr>
            <p:ph type="title" hasCustomPrompt="1"/>
          </p:nvPr>
        </p:nvSpPr>
        <p:spPr>
          <a:xfrm>
            <a:off x="407988" y="2002973"/>
            <a:ext cx="10044635" cy="859536"/>
          </a:xfrm>
          <a:prstGeom prst="rect">
            <a:avLst/>
          </a:prstGeom>
        </p:spPr>
        <p:txBody>
          <a:bodyPr vert="horz" lIns="0" tIns="0" rIns="0" bIns="0" rtlCol="0" anchor="b">
            <a:normAutofit/>
          </a:bodyPr>
          <a:lstStyle>
            <a:lvl1pPr>
              <a:defRPr lang="pt-PT" dirty="0">
                <a:solidFill>
                  <a:schemeClr val="bg1"/>
                </a:solidFill>
              </a:defRPr>
            </a:lvl1pPr>
          </a:lstStyle>
          <a:p>
            <a:pPr lvl="0">
              <a:lnSpc>
                <a:spcPts val="3000"/>
              </a:lnSpc>
            </a:pPr>
            <a:r>
              <a:rPr lang="en-US" dirty="0"/>
              <a:t>Click to insert title</a:t>
            </a:r>
            <a:endParaRPr lang="pt-PT" dirty="0"/>
          </a:p>
        </p:txBody>
      </p:sp>
      <p:sp>
        <p:nvSpPr>
          <p:cNvPr id="6"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sp>
        <p:nvSpPr>
          <p:cNvPr id="7"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cxnSp>
        <p:nvCxnSpPr>
          <p:cNvPr id="9"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11" name="Rectangle 27">
            <a:hlinkClick r:id="rId3"/>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chemeClr val="bg1"/>
                </a:solidFill>
                <a:latin typeface="+mj-lt"/>
                <a:cs typeface="Arial" panose="020B0604020202020204" pitchFamily="34" charset="0"/>
              </a:rPr>
              <a:t>Presentation Title | Author | Date</a:t>
            </a:r>
          </a:p>
        </p:txBody>
      </p:sp>
    </p:spTree>
    <p:extLst>
      <p:ext uri="{BB962C8B-B14F-4D97-AF65-F5344CB8AC3E}">
        <p14:creationId xmlns:p14="http://schemas.microsoft.com/office/powerpoint/2010/main" val="651654949"/>
      </p:ext>
    </p:extLst>
  </p:cSld>
  <p:clrMapOvr>
    <a:masterClrMapping/>
  </p:clrMapOvr>
  <p:extLst>
    <p:ext uri="{DCECCB84-F9BA-43D5-87BE-67443E8EF086}">
      <p15:sldGuideLst xmlns:p15="http://schemas.microsoft.com/office/powerpoint/2012/main">
        <p15:guide id="1" orient="horz" pos="255" userDrawn="1">
          <p15:clr>
            <a:srgbClr val="FBAE40"/>
          </p15:clr>
        </p15:guide>
        <p15:guide id="2" pos="257" userDrawn="1">
          <p15:clr>
            <a:srgbClr val="FBAE40"/>
          </p15:clr>
        </p15:guide>
        <p15:guide id="3" pos="6879"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7" y="2010606"/>
            <a:ext cx="5543551" cy="4442581"/>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5" y="2010606"/>
            <a:ext cx="5516444" cy="4441372"/>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87" y="1420990"/>
            <a:ext cx="5543551"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5" y="1420990"/>
            <a:ext cx="5516444"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dirty="0"/>
              <a:t>Click to insert title</a:t>
            </a:r>
            <a:endParaRPr lang="pt-PT" dirty="0"/>
          </a:p>
        </p:txBody>
      </p:sp>
      <p:sp>
        <p:nvSpPr>
          <p:cNvPr id="16"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22"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37563513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lumn with cont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79F1DAD-5BB1-4142-B838-01DB99370135}"/>
              </a:ext>
            </a:extLst>
          </p:cNvPr>
          <p:cNvSpPr/>
          <p:nvPr userDrawn="1"/>
        </p:nvSpPr>
        <p:spPr>
          <a:xfrm>
            <a:off x="0" y="4077072"/>
            <a:ext cx="12192000" cy="27809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9" name="Text Placeholder 4">
            <a:extLst>
              <a:ext uri="{FF2B5EF4-FFF2-40B4-BE49-F238E27FC236}">
                <a16:creationId xmlns:a16="http://schemas.microsoft.com/office/drawing/2014/main" id="{04C1CAD0-39C3-4CE2-A9E9-8CA99EFF5357}"/>
              </a:ext>
            </a:extLst>
          </p:cNvPr>
          <p:cNvSpPr>
            <a:spLocks noGrp="1"/>
          </p:cNvSpPr>
          <p:nvPr>
            <p:ph type="body" sz="quarter" idx="13" hasCustomPrompt="1"/>
          </p:nvPr>
        </p:nvSpPr>
        <p:spPr>
          <a:xfrm>
            <a:off x="426488" y="1423337"/>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7" name="Text Placeholder 4">
            <a:extLst>
              <a:ext uri="{FF2B5EF4-FFF2-40B4-BE49-F238E27FC236}">
                <a16:creationId xmlns:a16="http://schemas.microsoft.com/office/drawing/2014/main" id="{8D6FD04F-776D-4BC2-9828-DC149A95B778}"/>
              </a:ext>
            </a:extLst>
          </p:cNvPr>
          <p:cNvSpPr>
            <a:spLocks noGrp="1"/>
          </p:cNvSpPr>
          <p:nvPr>
            <p:ph type="body" sz="quarter" idx="27" hasCustomPrompt="1"/>
          </p:nvPr>
        </p:nvSpPr>
        <p:spPr>
          <a:xfrm>
            <a:off x="8217853" y="1423337"/>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9" name="Text Placeholder 4">
            <a:extLst>
              <a:ext uri="{FF2B5EF4-FFF2-40B4-BE49-F238E27FC236}">
                <a16:creationId xmlns:a16="http://schemas.microsoft.com/office/drawing/2014/main" id="{5A2CDF95-9D29-4775-8BEF-90BC5372B782}"/>
              </a:ext>
            </a:extLst>
          </p:cNvPr>
          <p:cNvSpPr>
            <a:spLocks noGrp="1"/>
          </p:cNvSpPr>
          <p:nvPr>
            <p:ph type="body" sz="quarter" idx="29" hasCustomPrompt="1"/>
          </p:nvPr>
        </p:nvSpPr>
        <p:spPr>
          <a:xfrm>
            <a:off x="4322171" y="1423337"/>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41" name="Text Placeholder 4">
            <a:extLst>
              <a:ext uri="{FF2B5EF4-FFF2-40B4-BE49-F238E27FC236}">
                <a16:creationId xmlns:a16="http://schemas.microsoft.com/office/drawing/2014/main" id="{6012FFDA-311F-429E-998E-F6E6B0A7186E}"/>
              </a:ext>
            </a:extLst>
          </p:cNvPr>
          <p:cNvSpPr>
            <a:spLocks noGrp="1"/>
          </p:cNvSpPr>
          <p:nvPr>
            <p:ph type="body" sz="quarter" idx="31" hasCustomPrompt="1"/>
          </p:nvPr>
        </p:nvSpPr>
        <p:spPr>
          <a:xfrm>
            <a:off x="407987" y="4231996"/>
            <a:ext cx="11376025" cy="412363"/>
          </a:xfrm>
          <a:prstGeom prst="rect">
            <a:avLst/>
          </a:prstGeom>
          <a:noFill/>
        </p:spPr>
        <p:txBody>
          <a:bodyPr vert="horz" lIns="0" tIns="0" rIns="0" bIns="0" rtlCol="0" anchor="ctr">
            <a:noAutofit/>
          </a:bodyPr>
          <a:lstStyle>
            <a:lvl1pPr>
              <a:defRPr lang="en-US" b="0" dirty="0">
                <a:solidFill>
                  <a:schemeClr val="accent4"/>
                </a:solidFill>
              </a:defRPr>
            </a:lvl1pPr>
          </a:lstStyle>
          <a:p>
            <a:pPr lvl="0"/>
            <a:r>
              <a:rPr lang="en-US" dirty="0"/>
              <a:t>Click to insert section title</a:t>
            </a:r>
          </a:p>
        </p:txBody>
      </p:sp>
      <p:sp>
        <p:nvSpPr>
          <p:cNvPr id="42"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426488" y="1866555"/>
            <a:ext cx="3566160"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8"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9"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0"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21"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23"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4322171" y="1866555"/>
            <a:ext cx="3566160"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5"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8217853" y="1866555"/>
            <a:ext cx="3566160"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6"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26487" y="4674187"/>
            <a:ext cx="11357525" cy="1799211"/>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0959320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Topics with icons">
    <p:bg>
      <p:bgPr>
        <a:solidFill>
          <a:schemeClr val="bg1"/>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0"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1992760" y="1556793"/>
            <a:ext cx="9791253" cy="1368152"/>
          </a:xfrm>
          <a:prstGeom prst="rect">
            <a:avLst/>
          </a:prstGeom>
        </p:spPr>
        <p:txBody>
          <a:bodyPr anchor="ct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1" name="Text Placeholder 7">
            <a:extLst>
              <a:ext uri="{FF2B5EF4-FFF2-40B4-BE49-F238E27FC236}">
                <a16:creationId xmlns:a16="http://schemas.microsoft.com/office/drawing/2014/main" id="{9228FC83-C11D-47F2-8BDE-B10D125E5E87}"/>
              </a:ext>
            </a:extLst>
          </p:cNvPr>
          <p:cNvSpPr>
            <a:spLocks noGrp="1"/>
          </p:cNvSpPr>
          <p:nvPr>
            <p:ph type="body" sz="quarter" idx="36" hasCustomPrompt="1"/>
          </p:nvPr>
        </p:nvSpPr>
        <p:spPr>
          <a:xfrm>
            <a:off x="1992760" y="3320915"/>
            <a:ext cx="9791253" cy="1368152"/>
          </a:xfrm>
          <a:prstGeom prst="rect">
            <a:avLst/>
          </a:prstGeom>
        </p:spPr>
        <p:txBody>
          <a:bodyPr anchor="ct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2" name="Text Placeholder 7">
            <a:extLst>
              <a:ext uri="{FF2B5EF4-FFF2-40B4-BE49-F238E27FC236}">
                <a16:creationId xmlns:a16="http://schemas.microsoft.com/office/drawing/2014/main" id="{9228FC83-C11D-47F2-8BDE-B10D125E5E87}"/>
              </a:ext>
            </a:extLst>
          </p:cNvPr>
          <p:cNvSpPr>
            <a:spLocks noGrp="1"/>
          </p:cNvSpPr>
          <p:nvPr>
            <p:ph type="body" sz="quarter" idx="37" hasCustomPrompt="1"/>
          </p:nvPr>
        </p:nvSpPr>
        <p:spPr>
          <a:xfrm>
            <a:off x="1992760" y="5085036"/>
            <a:ext cx="9791253" cy="1368152"/>
          </a:xfrm>
          <a:prstGeom prst="rect">
            <a:avLst/>
          </a:prstGeom>
        </p:spPr>
        <p:txBody>
          <a:bodyPr anchor="ct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5"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6"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grpSp>
        <p:nvGrpSpPr>
          <p:cNvPr id="17" name="Group 4">
            <a:extLst>
              <a:ext uri="{FF2B5EF4-FFF2-40B4-BE49-F238E27FC236}">
                <a16:creationId xmlns:a16="http://schemas.microsoft.com/office/drawing/2014/main" id="{F55AA728-28C9-4E2C-9F9C-ED1CE98A5CDA}"/>
              </a:ext>
            </a:extLst>
          </p:cNvPr>
          <p:cNvGrpSpPr>
            <a:grpSpLocks noChangeAspect="1"/>
          </p:cNvGrpSpPr>
          <p:nvPr userDrawn="1"/>
        </p:nvGrpSpPr>
        <p:grpSpPr bwMode="auto">
          <a:xfrm>
            <a:off x="376729" y="3487371"/>
            <a:ext cx="1285954" cy="1201696"/>
            <a:chOff x="-163" y="-158"/>
            <a:chExt cx="2854" cy="2667"/>
          </a:xfrm>
        </p:grpSpPr>
        <p:sp>
          <p:nvSpPr>
            <p:cNvPr id="18" name="Freeform 5">
              <a:extLst>
                <a:ext uri="{FF2B5EF4-FFF2-40B4-BE49-F238E27FC236}">
                  <a16:creationId xmlns:a16="http://schemas.microsoft.com/office/drawing/2014/main" id="{C00D10BF-495F-4321-9BCA-1A6DC376E34A}"/>
                </a:ext>
              </a:extLst>
            </p:cNvPr>
            <p:cNvSpPr>
              <a:spLocks/>
            </p:cNvSpPr>
            <p:nvPr/>
          </p:nvSpPr>
          <p:spPr bwMode="auto">
            <a:xfrm>
              <a:off x="-163" y="-158"/>
              <a:ext cx="2854" cy="2667"/>
            </a:xfrm>
            <a:custGeom>
              <a:avLst/>
              <a:gdLst>
                <a:gd name="T0" fmla="*/ 153 w 1067"/>
                <a:gd name="T1" fmla="*/ 780 h 997"/>
                <a:gd name="T2" fmla="*/ 256 w 1067"/>
                <a:gd name="T3" fmla="*/ 149 h 997"/>
                <a:gd name="T4" fmla="*/ 914 w 1067"/>
                <a:gd name="T5" fmla="*/ 241 h 997"/>
                <a:gd name="T6" fmla="*/ 794 w 1067"/>
                <a:gd name="T7" fmla="*/ 848 h 997"/>
                <a:gd name="T8" fmla="*/ 153 w 1067"/>
                <a:gd name="T9" fmla="*/ 780 h 997"/>
              </a:gdLst>
              <a:ahLst/>
              <a:cxnLst>
                <a:cxn ang="0">
                  <a:pos x="T0" y="T1"/>
                </a:cxn>
                <a:cxn ang="0">
                  <a:pos x="T2" y="T3"/>
                </a:cxn>
                <a:cxn ang="0">
                  <a:pos x="T4" y="T5"/>
                </a:cxn>
                <a:cxn ang="0">
                  <a:pos x="T6" y="T7"/>
                </a:cxn>
                <a:cxn ang="0">
                  <a:pos x="T8" y="T9"/>
                </a:cxn>
              </a:cxnLst>
              <a:rect l="0" t="0" r="r" b="b"/>
              <a:pathLst>
                <a:path w="1067" h="997">
                  <a:moveTo>
                    <a:pt x="153" y="780"/>
                  </a:moveTo>
                  <a:cubicBezTo>
                    <a:pt x="0" y="580"/>
                    <a:pt x="46" y="297"/>
                    <a:pt x="256" y="149"/>
                  </a:cubicBezTo>
                  <a:cubicBezTo>
                    <a:pt x="466" y="0"/>
                    <a:pt x="760" y="42"/>
                    <a:pt x="914" y="241"/>
                  </a:cubicBezTo>
                  <a:cubicBezTo>
                    <a:pt x="1067" y="441"/>
                    <a:pt x="1004" y="700"/>
                    <a:pt x="794" y="848"/>
                  </a:cubicBezTo>
                  <a:cubicBezTo>
                    <a:pt x="584" y="997"/>
                    <a:pt x="307" y="979"/>
                    <a:pt x="153" y="780"/>
                  </a:cubicBezTo>
                </a:path>
              </a:pathLst>
            </a:custGeom>
            <a:solidFill>
              <a:srgbClr val="87086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19" name="Freeform 6">
              <a:extLst>
                <a:ext uri="{FF2B5EF4-FFF2-40B4-BE49-F238E27FC236}">
                  <a16:creationId xmlns:a16="http://schemas.microsoft.com/office/drawing/2014/main" id="{FC345721-3D86-455D-A3E5-6A031E9161FE}"/>
                </a:ext>
              </a:extLst>
            </p:cNvPr>
            <p:cNvSpPr>
              <a:spLocks/>
            </p:cNvSpPr>
            <p:nvPr/>
          </p:nvSpPr>
          <p:spPr bwMode="auto">
            <a:xfrm>
              <a:off x="677" y="535"/>
              <a:ext cx="465" cy="500"/>
            </a:xfrm>
            <a:custGeom>
              <a:avLst/>
              <a:gdLst>
                <a:gd name="T0" fmla="*/ 71 w 174"/>
                <a:gd name="T1" fmla="*/ 178 h 187"/>
                <a:gd name="T2" fmla="*/ 8 w 174"/>
                <a:gd name="T3" fmla="*/ 78 h 187"/>
                <a:gd name="T4" fmla="*/ 98 w 174"/>
                <a:gd name="T5" fmla="*/ 9 h 187"/>
                <a:gd name="T6" fmla="*/ 167 w 174"/>
                <a:gd name="T7" fmla="*/ 110 h 187"/>
                <a:gd name="T8" fmla="*/ 71 w 174"/>
                <a:gd name="T9" fmla="*/ 178 h 187"/>
              </a:gdLst>
              <a:ahLst/>
              <a:cxnLst>
                <a:cxn ang="0">
                  <a:pos x="T0" y="T1"/>
                </a:cxn>
                <a:cxn ang="0">
                  <a:pos x="T2" y="T3"/>
                </a:cxn>
                <a:cxn ang="0">
                  <a:pos x="T4" y="T5"/>
                </a:cxn>
                <a:cxn ang="0">
                  <a:pos x="T6" y="T7"/>
                </a:cxn>
                <a:cxn ang="0">
                  <a:pos x="T8" y="T9"/>
                </a:cxn>
              </a:cxnLst>
              <a:rect l="0" t="0" r="r" b="b"/>
              <a:pathLst>
                <a:path w="174" h="187">
                  <a:moveTo>
                    <a:pt x="71" y="178"/>
                  </a:moveTo>
                  <a:cubicBezTo>
                    <a:pt x="26" y="169"/>
                    <a:pt x="0" y="125"/>
                    <a:pt x="8" y="78"/>
                  </a:cubicBezTo>
                  <a:cubicBezTo>
                    <a:pt x="15" y="31"/>
                    <a:pt x="53" y="0"/>
                    <a:pt x="98" y="9"/>
                  </a:cubicBezTo>
                  <a:cubicBezTo>
                    <a:pt x="144" y="18"/>
                    <a:pt x="174" y="63"/>
                    <a:pt x="167" y="110"/>
                  </a:cubicBezTo>
                  <a:cubicBezTo>
                    <a:pt x="159" y="157"/>
                    <a:pt x="116" y="187"/>
                    <a:pt x="71" y="178"/>
                  </a:cubicBezTo>
                </a:path>
              </a:pathLst>
            </a:custGeom>
            <a:solidFill>
              <a:srgbClr val="FF304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20" name="Freeform 7">
              <a:extLst>
                <a:ext uri="{FF2B5EF4-FFF2-40B4-BE49-F238E27FC236}">
                  <a16:creationId xmlns:a16="http://schemas.microsoft.com/office/drawing/2014/main" id="{88996DE1-792D-4B62-9A86-687AFAF8E76E}"/>
                </a:ext>
              </a:extLst>
            </p:cNvPr>
            <p:cNvSpPr>
              <a:spLocks/>
            </p:cNvSpPr>
            <p:nvPr/>
          </p:nvSpPr>
          <p:spPr bwMode="auto">
            <a:xfrm>
              <a:off x="500" y="1075"/>
              <a:ext cx="821" cy="543"/>
            </a:xfrm>
            <a:custGeom>
              <a:avLst/>
              <a:gdLst>
                <a:gd name="T0" fmla="*/ 49 w 307"/>
                <a:gd name="T1" fmla="*/ 182 h 203"/>
                <a:gd name="T2" fmla="*/ 8 w 307"/>
                <a:gd name="T3" fmla="*/ 118 h 203"/>
                <a:gd name="T4" fmla="*/ 192 w 307"/>
                <a:gd name="T5" fmla="*/ 23 h 203"/>
                <a:gd name="T6" fmla="*/ 303 w 307"/>
                <a:gd name="T7" fmla="*/ 135 h 203"/>
                <a:gd name="T8" fmla="*/ 307 w 307"/>
                <a:gd name="T9" fmla="*/ 172 h 203"/>
                <a:gd name="T10" fmla="*/ 49 w 307"/>
                <a:gd name="T11" fmla="*/ 182 h 203"/>
              </a:gdLst>
              <a:ahLst/>
              <a:cxnLst>
                <a:cxn ang="0">
                  <a:pos x="T0" y="T1"/>
                </a:cxn>
                <a:cxn ang="0">
                  <a:pos x="T2" y="T3"/>
                </a:cxn>
                <a:cxn ang="0">
                  <a:pos x="T4" y="T5"/>
                </a:cxn>
                <a:cxn ang="0">
                  <a:pos x="T6" y="T7"/>
                </a:cxn>
                <a:cxn ang="0">
                  <a:pos x="T8" y="T9"/>
                </a:cxn>
                <a:cxn ang="0">
                  <a:pos x="T10" y="T11"/>
                </a:cxn>
              </a:cxnLst>
              <a:rect l="0" t="0" r="r" b="b"/>
              <a:pathLst>
                <a:path w="307" h="203">
                  <a:moveTo>
                    <a:pt x="49" y="182"/>
                  </a:moveTo>
                  <a:cubicBezTo>
                    <a:pt x="19" y="177"/>
                    <a:pt x="0" y="148"/>
                    <a:pt x="8" y="118"/>
                  </a:cubicBezTo>
                  <a:cubicBezTo>
                    <a:pt x="24" y="58"/>
                    <a:pt x="85" y="0"/>
                    <a:pt x="192" y="23"/>
                  </a:cubicBezTo>
                  <a:cubicBezTo>
                    <a:pt x="246" y="35"/>
                    <a:pt x="291" y="79"/>
                    <a:pt x="303" y="135"/>
                  </a:cubicBezTo>
                  <a:cubicBezTo>
                    <a:pt x="306" y="148"/>
                    <a:pt x="307" y="160"/>
                    <a:pt x="307" y="172"/>
                  </a:cubicBezTo>
                  <a:cubicBezTo>
                    <a:pt x="236" y="169"/>
                    <a:pt x="168" y="203"/>
                    <a:pt x="49" y="182"/>
                  </a:cubicBezTo>
                </a:path>
              </a:pathLst>
            </a:custGeom>
            <a:solidFill>
              <a:srgbClr val="FF304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21" name="Freeform 8">
              <a:extLst>
                <a:ext uri="{FF2B5EF4-FFF2-40B4-BE49-F238E27FC236}">
                  <a16:creationId xmlns:a16="http://schemas.microsoft.com/office/drawing/2014/main" id="{99A3E024-557A-4737-A486-DB81CBFED8D8}"/>
                </a:ext>
              </a:extLst>
            </p:cNvPr>
            <p:cNvSpPr>
              <a:spLocks/>
            </p:cNvSpPr>
            <p:nvPr/>
          </p:nvSpPr>
          <p:spPr bwMode="auto">
            <a:xfrm>
              <a:off x="1249" y="575"/>
              <a:ext cx="527" cy="570"/>
            </a:xfrm>
            <a:custGeom>
              <a:avLst/>
              <a:gdLst>
                <a:gd name="T0" fmla="*/ 105 w 197"/>
                <a:gd name="T1" fmla="*/ 209 h 213"/>
                <a:gd name="T2" fmla="*/ 196 w 197"/>
                <a:gd name="T3" fmla="*/ 100 h 213"/>
                <a:gd name="T4" fmla="*/ 99 w 197"/>
                <a:gd name="T5" fmla="*/ 4 h 213"/>
                <a:gd name="T6" fmla="*/ 2 w 197"/>
                <a:gd name="T7" fmla="*/ 113 h 213"/>
                <a:gd name="T8" fmla="*/ 105 w 197"/>
                <a:gd name="T9" fmla="*/ 209 h 213"/>
              </a:gdLst>
              <a:ahLst/>
              <a:cxnLst>
                <a:cxn ang="0">
                  <a:pos x="T0" y="T1"/>
                </a:cxn>
                <a:cxn ang="0">
                  <a:pos x="T2" y="T3"/>
                </a:cxn>
                <a:cxn ang="0">
                  <a:pos x="T4" y="T5"/>
                </a:cxn>
                <a:cxn ang="0">
                  <a:pos x="T6" y="T7"/>
                </a:cxn>
                <a:cxn ang="0">
                  <a:pos x="T8" y="T9"/>
                </a:cxn>
              </a:cxnLst>
              <a:rect l="0" t="0" r="r" b="b"/>
              <a:pathLst>
                <a:path w="197" h="213">
                  <a:moveTo>
                    <a:pt x="105" y="209"/>
                  </a:moveTo>
                  <a:cubicBezTo>
                    <a:pt x="160" y="205"/>
                    <a:pt x="197" y="156"/>
                    <a:pt x="196" y="100"/>
                  </a:cubicBezTo>
                  <a:cubicBezTo>
                    <a:pt x="194" y="43"/>
                    <a:pt x="154" y="0"/>
                    <a:pt x="99" y="4"/>
                  </a:cubicBezTo>
                  <a:cubicBezTo>
                    <a:pt x="44" y="8"/>
                    <a:pt x="0" y="57"/>
                    <a:pt x="2" y="113"/>
                  </a:cubicBezTo>
                  <a:cubicBezTo>
                    <a:pt x="3" y="170"/>
                    <a:pt x="50" y="213"/>
                    <a:pt x="105" y="209"/>
                  </a:cubicBezTo>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22" name="Freeform 9">
              <a:extLst>
                <a:ext uri="{FF2B5EF4-FFF2-40B4-BE49-F238E27FC236}">
                  <a16:creationId xmlns:a16="http://schemas.microsoft.com/office/drawing/2014/main" id="{B91EABC1-BAA9-4368-93ED-01B2A8854188}"/>
                </a:ext>
              </a:extLst>
            </p:cNvPr>
            <p:cNvSpPr>
              <a:spLocks/>
            </p:cNvSpPr>
            <p:nvPr/>
          </p:nvSpPr>
          <p:spPr bwMode="auto">
            <a:xfrm>
              <a:off x="1017" y="1209"/>
              <a:ext cx="986" cy="647"/>
            </a:xfrm>
            <a:custGeom>
              <a:avLst/>
              <a:gdLst>
                <a:gd name="T0" fmla="*/ 1 w 369"/>
                <a:gd name="T1" fmla="*/ 207 h 242"/>
                <a:gd name="T2" fmla="*/ 5 w 369"/>
                <a:gd name="T3" fmla="*/ 162 h 242"/>
                <a:gd name="T4" fmla="*/ 137 w 369"/>
                <a:gd name="T5" fmla="*/ 28 h 242"/>
                <a:gd name="T6" fmla="*/ 356 w 369"/>
                <a:gd name="T7" fmla="*/ 131 h 242"/>
                <a:gd name="T8" fmla="*/ 304 w 369"/>
                <a:gd name="T9" fmla="*/ 218 h 242"/>
                <a:gd name="T10" fmla="*/ 1 w 369"/>
                <a:gd name="T11" fmla="*/ 207 h 242"/>
              </a:gdLst>
              <a:ahLst/>
              <a:cxnLst>
                <a:cxn ang="0">
                  <a:pos x="T0" y="T1"/>
                </a:cxn>
                <a:cxn ang="0">
                  <a:pos x="T2" y="T3"/>
                </a:cxn>
                <a:cxn ang="0">
                  <a:pos x="T4" y="T5"/>
                </a:cxn>
                <a:cxn ang="0">
                  <a:pos x="T6" y="T7"/>
                </a:cxn>
                <a:cxn ang="0">
                  <a:pos x="T8" y="T9"/>
                </a:cxn>
                <a:cxn ang="0">
                  <a:pos x="T10" y="T11"/>
                </a:cxn>
              </a:cxnLst>
              <a:rect l="0" t="0" r="r" b="b"/>
              <a:pathLst>
                <a:path w="369" h="242">
                  <a:moveTo>
                    <a:pt x="1" y="207"/>
                  </a:moveTo>
                  <a:cubicBezTo>
                    <a:pt x="0" y="193"/>
                    <a:pt x="2" y="178"/>
                    <a:pt x="5" y="162"/>
                  </a:cubicBezTo>
                  <a:cubicBezTo>
                    <a:pt x="20" y="95"/>
                    <a:pt x="72" y="42"/>
                    <a:pt x="137" y="28"/>
                  </a:cubicBezTo>
                  <a:cubicBezTo>
                    <a:pt x="260" y="0"/>
                    <a:pt x="333" y="62"/>
                    <a:pt x="356" y="131"/>
                  </a:cubicBezTo>
                  <a:cubicBezTo>
                    <a:pt x="369" y="170"/>
                    <a:pt x="344" y="212"/>
                    <a:pt x="304" y="218"/>
                  </a:cubicBezTo>
                  <a:cubicBezTo>
                    <a:pt x="165" y="242"/>
                    <a:pt x="85" y="203"/>
                    <a:pt x="1" y="207"/>
                  </a:cubicBezTo>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grpSp>
      <p:grpSp>
        <p:nvGrpSpPr>
          <p:cNvPr id="23" name="Group 30">
            <a:extLst>
              <a:ext uri="{FF2B5EF4-FFF2-40B4-BE49-F238E27FC236}">
                <a16:creationId xmlns:a16="http://schemas.microsoft.com/office/drawing/2014/main" id="{A10900A1-B639-4F4D-B2A8-3302F49771BD}"/>
              </a:ext>
            </a:extLst>
          </p:cNvPr>
          <p:cNvGrpSpPr>
            <a:grpSpLocks noChangeAspect="1"/>
          </p:cNvGrpSpPr>
          <p:nvPr userDrawn="1"/>
        </p:nvGrpSpPr>
        <p:grpSpPr bwMode="auto">
          <a:xfrm>
            <a:off x="376729" y="1642923"/>
            <a:ext cx="1279250" cy="1195892"/>
            <a:chOff x="-223" y="-210"/>
            <a:chExt cx="3852" cy="3601"/>
          </a:xfrm>
        </p:grpSpPr>
        <p:sp>
          <p:nvSpPr>
            <p:cNvPr id="24" name="Freeform 31">
              <a:extLst>
                <a:ext uri="{FF2B5EF4-FFF2-40B4-BE49-F238E27FC236}">
                  <a16:creationId xmlns:a16="http://schemas.microsoft.com/office/drawing/2014/main" id="{63E2A064-7520-4F5E-83E0-1D9A7E442B39}"/>
                </a:ext>
              </a:extLst>
            </p:cNvPr>
            <p:cNvSpPr>
              <a:spLocks/>
            </p:cNvSpPr>
            <p:nvPr/>
          </p:nvSpPr>
          <p:spPr bwMode="auto">
            <a:xfrm>
              <a:off x="-223" y="-210"/>
              <a:ext cx="3852" cy="3601"/>
            </a:xfrm>
            <a:custGeom>
              <a:avLst/>
              <a:gdLst>
                <a:gd name="T0" fmla="*/ 207 w 1442"/>
                <a:gd name="T1" fmla="*/ 1053 h 1347"/>
                <a:gd name="T2" fmla="*/ 346 w 1442"/>
                <a:gd name="T3" fmla="*/ 201 h 1347"/>
                <a:gd name="T4" fmla="*/ 1235 w 1442"/>
                <a:gd name="T5" fmla="*/ 326 h 1347"/>
                <a:gd name="T6" fmla="*/ 1073 w 1442"/>
                <a:gd name="T7" fmla="*/ 1147 h 1347"/>
                <a:gd name="T8" fmla="*/ 207 w 1442"/>
                <a:gd name="T9" fmla="*/ 1053 h 1347"/>
              </a:gdLst>
              <a:ahLst/>
              <a:cxnLst>
                <a:cxn ang="0">
                  <a:pos x="T0" y="T1"/>
                </a:cxn>
                <a:cxn ang="0">
                  <a:pos x="T2" y="T3"/>
                </a:cxn>
                <a:cxn ang="0">
                  <a:pos x="T4" y="T5"/>
                </a:cxn>
                <a:cxn ang="0">
                  <a:pos x="T6" y="T7"/>
                </a:cxn>
                <a:cxn ang="0">
                  <a:pos x="T8" y="T9"/>
                </a:cxn>
              </a:cxnLst>
              <a:rect l="0" t="0" r="r" b="b"/>
              <a:pathLst>
                <a:path w="1442" h="1347">
                  <a:moveTo>
                    <a:pt x="207" y="1053"/>
                  </a:moveTo>
                  <a:cubicBezTo>
                    <a:pt x="0" y="783"/>
                    <a:pt x="62" y="401"/>
                    <a:pt x="346" y="201"/>
                  </a:cubicBezTo>
                  <a:cubicBezTo>
                    <a:pt x="629" y="0"/>
                    <a:pt x="1028" y="56"/>
                    <a:pt x="1235" y="326"/>
                  </a:cubicBezTo>
                  <a:cubicBezTo>
                    <a:pt x="1442" y="596"/>
                    <a:pt x="1357" y="946"/>
                    <a:pt x="1073" y="1147"/>
                  </a:cubicBezTo>
                  <a:cubicBezTo>
                    <a:pt x="790" y="1347"/>
                    <a:pt x="415" y="1324"/>
                    <a:pt x="207" y="1053"/>
                  </a:cubicBezTo>
                </a:path>
              </a:pathLst>
            </a:custGeom>
            <a:solidFill>
              <a:srgbClr val="0070AD"/>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25" name="Freeform 32">
              <a:extLst>
                <a:ext uri="{FF2B5EF4-FFF2-40B4-BE49-F238E27FC236}">
                  <a16:creationId xmlns:a16="http://schemas.microsoft.com/office/drawing/2014/main" id="{E00548ED-7E30-4648-88C9-25FEB9790230}"/>
                </a:ext>
              </a:extLst>
            </p:cNvPr>
            <p:cNvSpPr>
              <a:spLocks/>
            </p:cNvSpPr>
            <p:nvPr/>
          </p:nvSpPr>
          <p:spPr bwMode="auto">
            <a:xfrm>
              <a:off x="1284" y="672"/>
              <a:ext cx="870" cy="1045"/>
            </a:xfrm>
            <a:custGeom>
              <a:avLst/>
              <a:gdLst>
                <a:gd name="T0" fmla="*/ 71 w 326"/>
                <a:gd name="T1" fmla="*/ 391 h 391"/>
                <a:gd name="T2" fmla="*/ 1 w 326"/>
                <a:gd name="T3" fmla="*/ 390 h 391"/>
                <a:gd name="T4" fmla="*/ 0 w 326"/>
                <a:gd name="T5" fmla="*/ 172 h 391"/>
                <a:gd name="T6" fmla="*/ 95 w 326"/>
                <a:gd name="T7" fmla="*/ 13 h 391"/>
                <a:gd name="T8" fmla="*/ 223 w 326"/>
                <a:gd name="T9" fmla="*/ 8 h 391"/>
                <a:gd name="T10" fmla="*/ 326 w 326"/>
                <a:gd name="T11" fmla="*/ 164 h 391"/>
                <a:gd name="T12" fmla="*/ 326 w 326"/>
                <a:gd name="T13" fmla="*/ 385 h 391"/>
                <a:gd name="T14" fmla="*/ 263 w 326"/>
                <a:gd name="T15" fmla="*/ 385 h 391"/>
                <a:gd name="T16" fmla="*/ 263 w 326"/>
                <a:gd name="T17" fmla="*/ 164 h 391"/>
                <a:gd name="T18" fmla="*/ 210 w 326"/>
                <a:gd name="T19" fmla="*/ 78 h 391"/>
                <a:gd name="T20" fmla="*/ 117 w 326"/>
                <a:gd name="T21" fmla="*/ 80 h 391"/>
                <a:gd name="T22" fmla="*/ 71 w 326"/>
                <a:gd name="T23" fmla="*/ 172 h 391"/>
                <a:gd name="T24" fmla="*/ 71 w 326"/>
                <a:gd name="T25" fmla="*/ 391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6" h="391">
                  <a:moveTo>
                    <a:pt x="71" y="391"/>
                  </a:moveTo>
                  <a:cubicBezTo>
                    <a:pt x="1" y="390"/>
                    <a:pt x="1" y="390"/>
                    <a:pt x="1" y="390"/>
                  </a:cubicBezTo>
                  <a:cubicBezTo>
                    <a:pt x="2" y="324"/>
                    <a:pt x="0" y="174"/>
                    <a:pt x="0" y="172"/>
                  </a:cubicBezTo>
                  <a:cubicBezTo>
                    <a:pt x="0" y="140"/>
                    <a:pt x="0" y="43"/>
                    <a:pt x="95" y="13"/>
                  </a:cubicBezTo>
                  <a:cubicBezTo>
                    <a:pt x="132" y="1"/>
                    <a:pt x="176" y="0"/>
                    <a:pt x="223" y="8"/>
                  </a:cubicBezTo>
                  <a:cubicBezTo>
                    <a:pt x="289" y="20"/>
                    <a:pt x="326" y="77"/>
                    <a:pt x="326" y="164"/>
                  </a:cubicBezTo>
                  <a:cubicBezTo>
                    <a:pt x="326" y="385"/>
                    <a:pt x="326" y="385"/>
                    <a:pt x="326" y="385"/>
                  </a:cubicBezTo>
                  <a:cubicBezTo>
                    <a:pt x="263" y="385"/>
                    <a:pt x="263" y="385"/>
                    <a:pt x="263" y="385"/>
                  </a:cubicBezTo>
                  <a:cubicBezTo>
                    <a:pt x="263" y="164"/>
                    <a:pt x="263" y="164"/>
                    <a:pt x="263" y="164"/>
                  </a:cubicBezTo>
                  <a:cubicBezTo>
                    <a:pt x="263" y="112"/>
                    <a:pt x="240" y="86"/>
                    <a:pt x="210" y="78"/>
                  </a:cubicBezTo>
                  <a:cubicBezTo>
                    <a:pt x="176" y="69"/>
                    <a:pt x="142" y="73"/>
                    <a:pt x="117" y="80"/>
                  </a:cubicBezTo>
                  <a:cubicBezTo>
                    <a:pt x="89" y="89"/>
                    <a:pt x="71" y="108"/>
                    <a:pt x="71" y="172"/>
                  </a:cubicBezTo>
                  <a:cubicBezTo>
                    <a:pt x="71" y="178"/>
                    <a:pt x="73" y="325"/>
                    <a:pt x="71" y="391"/>
                  </a:cubicBezTo>
                </a:path>
              </a:pathLst>
            </a:custGeom>
            <a:solidFill>
              <a:srgbClr val="12ABD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26" name="Freeform 33">
              <a:extLst>
                <a:ext uri="{FF2B5EF4-FFF2-40B4-BE49-F238E27FC236}">
                  <a16:creationId xmlns:a16="http://schemas.microsoft.com/office/drawing/2014/main" id="{7DF3B566-6491-43A9-B36C-C70A3959006F}"/>
                </a:ext>
              </a:extLst>
            </p:cNvPr>
            <p:cNvSpPr>
              <a:spLocks/>
            </p:cNvSpPr>
            <p:nvPr/>
          </p:nvSpPr>
          <p:spPr bwMode="auto">
            <a:xfrm>
              <a:off x="992" y="1429"/>
              <a:ext cx="1408" cy="927"/>
            </a:xfrm>
            <a:custGeom>
              <a:avLst/>
              <a:gdLst>
                <a:gd name="T0" fmla="*/ 98 w 527"/>
                <a:gd name="T1" fmla="*/ 344 h 347"/>
                <a:gd name="T2" fmla="*/ 433 w 527"/>
                <a:gd name="T3" fmla="*/ 344 h 347"/>
                <a:gd name="T4" fmla="*/ 524 w 527"/>
                <a:gd name="T5" fmla="*/ 231 h 347"/>
                <a:gd name="T6" fmla="*/ 524 w 527"/>
                <a:gd name="T7" fmla="*/ 12 h 347"/>
                <a:gd name="T8" fmla="*/ 97 w 527"/>
                <a:gd name="T9" fmla="*/ 7 h 347"/>
                <a:gd name="T10" fmla="*/ 0 w 527"/>
                <a:gd name="T11" fmla="*/ 121 h 347"/>
                <a:gd name="T12" fmla="*/ 1 w 527"/>
                <a:gd name="T13" fmla="*/ 258 h 347"/>
                <a:gd name="T14" fmla="*/ 98 w 527"/>
                <a:gd name="T15" fmla="*/ 344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7" h="347">
                  <a:moveTo>
                    <a:pt x="98" y="344"/>
                  </a:moveTo>
                  <a:cubicBezTo>
                    <a:pt x="154" y="347"/>
                    <a:pt x="392" y="347"/>
                    <a:pt x="433" y="344"/>
                  </a:cubicBezTo>
                  <a:cubicBezTo>
                    <a:pt x="507" y="337"/>
                    <a:pt x="527" y="325"/>
                    <a:pt x="524" y="231"/>
                  </a:cubicBezTo>
                  <a:cubicBezTo>
                    <a:pt x="524" y="231"/>
                    <a:pt x="524" y="98"/>
                    <a:pt x="524" y="12"/>
                  </a:cubicBezTo>
                  <a:cubicBezTo>
                    <a:pt x="399" y="5"/>
                    <a:pt x="172" y="0"/>
                    <a:pt x="97" y="7"/>
                  </a:cubicBezTo>
                  <a:cubicBezTo>
                    <a:pt x="29" y="13"/>
                    <a:pt x="0" y="31"/>
                    <a:pt x="0" y="121"/>
                  </a:cubicBezTo>
                  <a:cubicBezTo>
                    <a:pt x="1" y="258"/>
                    <a:pt x="1" y="258"/>
                    <a:pt x="1" y="258"/>
                  </a:cubicBezTo>
                  <a:cubicBezTo>
                    <a:pt x="1" y="326"/>
                    <a:pt x="23" y="341"/>
                    <a:pt x="98" y="344"/>
                  </a:cubicBezTo>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30" name="Freeform 34">
              <a:extLst>
                <a:ext uri="{FF2B5EF4-FFF2-40B4-BE49-F238E27FC236}">
                  <a16:creationId xmlns:a16="http://schemas.microsoft.com/office/drawing/2014/main" id="{88320A64-FAD9-4C64-9B53-156412CFAE13}"/>
                </a:ext>
              </a:extLst>
            </p:cNvPr>
            <p:cNvSpPr>
              <a:spLocks/>
            </p:cNvSpPr>
            <p:nvPr/>
          </p:nvSpPr>
          <p:spPr bwMode="auto">
            <a:xfrm>
              <a:off x="1599" y="1621"/>
              <a:ext cx="270" cy="292"/>
            </a:xfrm>
            <a:custGeom>
              <a:avLst/>
              <a:gdLst>
                <a:gd name="T0" fmla="*/ 54 w 101"/>
                <a:gd name="T1" fmla="*/ 107 h 109"/>
                <a:gd name="T2" fmla="*/ 101 w 101"/>
                <a:gd name="T3" fmla="*/ 51 h 109"/>
                <a:gd name="T4" fmla="*/ 51 w 101"/>
                <a:gd name="T5" fmla="*/ 2 h 109"/>
                <a:gd name="T6" fmla="*/ 1 w 101"/>
                <a:gd name="T7" fmla="*/ 58 h 109"/>
                <a:gd name="T8" fmla="*/ 54 w 101"/>
                <a:gd name="T9" fmla="*/ 107 h 109"/>
              </a:gdLst>
              <a:ahLst/>
              <a:cxnLst>
                <a:cxn ang="0">
                  <a:pos x="T0" y="T1"/>
                </a:cxn>
                <a:cxn ang="0">
                  <a:pos x="T2" y="T3"/>
                </a:cxn>
                <a:cxn ang="0">
                  <a:pos x="T4" y="T5"/>
                </a:cxn>
                <a:cxn ang="0">
                  <a:pos x="T6" y="T7"/>
                </a:cxn>
                <a:cxn ang="0">
                  <a:pos x="T8" y="T9"/>
                </a:cxn>
              </a:cxnLst>
              <a:rect l="0" t="0" r="r" b="b"/>
              <a:pathLst>
                <a:path w="101" h="109">
                  <a:moveTo>
                    <a:pt x="54" y="107"/>
                  </a:moveTo>
                  <a:cubicBezTo>
                    <a:pt x="82" y="105"/>
                    <a:pt x="101" y="80"/>
                    <a:pt x="101" y="51"/>
                  </a:cubicBezTo>
                  <a:cubicBezTo>
                    <a:pt x="100" y="22"/>
                    <a:pt x="79" y="0"/>
                    <a:pt x="51" y="2"/>
                  </a:cubicBezTo>
                  <a:cubicBezTo>
                    <a:pt x="22" y="3"/>
                    <a:pt x="0" y="29"/>
                    <a:pt x="1" y="58"/>
                  </a:cubicBezTo>
                  <a:cubicBezTo>
                    <a:pt x="2" y="87"/>
                    <a:pt x="25" y="109"/>
                    <a:pt x="54" y="107"/>
                  </a:cubicBezTo>
                </a:path>
              </a:pathLst>
            </a:custGeom>
            <a:solidFill>
              <a:srgbClr val="95E61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31" name="Freeform 35">
              <a:extLst>
                <a:ext uri="{FF2B5EF4-FFF2-40B4-BE49-F238E27FC236}">
                  <a16:creationId xmlns:a16="http://schemas.microsoft.com/office/drawing/2014/main" id="{6F95B647-B7B5-433E-A77A-04C22AF5DCBF}"/>
                </a:ext>
              </a:extLst>
            </p:cNvPr>
            <p:cNvSpPr>
              <a:spLocks/>
            </p:cNvSpPr>
            <p:nvPr/>
          </p:nvSpPr>
          <p:spPr bwMode="auto">
            <a:xfrm>
              <a:off x="1615" y="1878"/>
              <a:ext cx="238" cy="273"/>
            </a:xfrm>
            <a:custGeom>
              <a:avLst/>
              <a:gdLst>
                <a:gd name="T0" fmla="*/ 67 w 238"/>
                <a:gd name="T1" fmla="*/ 0 h 273"/>
                <a:gd name="T2" fmla="*/ 0 w 238"/>
                <a:gd name="T3" fmla="*/ 273 h 273"/>
                <a:gd name="T4" fmla="*/ 238 w 238"/>
                <a:gd name="T5" fmla="*/ 273 h 273"/>
                <a:gd name="T6" fmla="*/ 165 w 238"/>
                <a:gd name="T7" fmla="*/ 0 h 273"/>
                <a:gd name="T8" fmla="*/ 67 w 238"/>
                <a:gd name="T9" fmla="*/ 0 h 273"/>
              </a:gdLst>
              <a:ahLst/>
              <a:cxnLst>
                <a:cxn ang="0">
                  <a:pos x="T0" y="T1"/>
                </a:cxn>
                <a:cxn ang="0">
                  <a:pos x="T2" y="T3"/>
                </a:cxn>
                <a:cxn ang="0">
                  <a:pos x="T4" y="T5"/>
                </a:cxn>
                <a:cxn ang="0">
                  <a:pos x="T6" y="T7"/>
                </a:cxn>
                <a:cxn ang="0">
                  <a:pos x="T8" y="T9"/>
                </a:cxn>
              </a:cxnLst>
              <a:rect l="0" t="0" r="r" b="b"/>
              <a:pathLst>
                <a:path w="238" h="273">
                  <a:moveTo>
                    <a:pt x="67" y="0"/>
                  </a:moveTo>
                  <a:lnTo>
                    <a:pt x="0" y="273"/>
                  </a:lnTo>
                  <a:lnTo>
                    <a:pt x="238" y="273"/>
                  </a:lnTo>
                  <a:lnTo>
                    <a:pt x="165" y="0"/>
                  </a:lnTo>
                  <a:lnTo>
                    <a:pt x="67" y="0"/>
                  </a:lnTo>
                  <a:close/>
                </a:path>
              </a:pathLst>
            </a:custGeom>
            <a:solidFill>
              <a:srgbClr val="95E61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grpSp>
      <p:grpSp>
        <p:nvGrpSpPr>
          <p:cNvPr id="32" name="Group 12">
            <a:extLst>
              <a:ext uri="{FF2B5EF4-FFF2-40B4-BE49-F238E27FC236}">
                <a16:creationId xmlns:a16="http://schemas.microsoft.com/office/drawing/2014/main" id="{B03705AC-ADA5-4143-92DC-8EE15523316C}"/>
              </a:ext>
            </a:extLst>
          </p:cNvPr>
          <p:cNvGrpSpPr>
            <a:grpSpLocks noChangeAspect="1"/>
          </p:cNvGrpSpPr>
          <p:nvPr userDrawn="1"/>
        </p:nvGrpSpPr>
        <p:grpSpPr bwMode="auto">
          <a:xfrm>
            <a:off x="376729" y="5168264"/>
            <a:ext cx="1288364" cy="1201696"/>
            <a:chOff x="-60" y="-50"/>
            <a:chExt cx="996" cy="929"/>
          </a:xfrm>
        </p:grpSpPr>
        <p:sp>
          <p:nvSpPr>
            <p:cNvPr id="33" name="Freeform 13">
              <a:extLst>
                <a:ext uri="{FF2B5EF4-FFF2-40B4-BE49-F238E27FC236}">
                  <a16:creationId xmlns:a16="http://schemas.microsoft.com/office/drawing/2014/main" id="{9AE3823F-4D56-4BE9-8E66-6870A028182F}"/>
                </a:ext>
              </a:extLst>
            </p:cNvPr>
            <p:cNvSpPr>
              <a:spLocks/>
            </p:cNvSpPr>
            <p:nvPr/>
          </p:nvSpPr>
          <p:spPr bwMode="auto">
            <a:xfrm>
              <a:off x="-60" y="-50"/>
              <a:ext cx="996" cy="929"/>
            </a:xfrm>
            <a:custGeom>
              <a:avLst/>
              <a:gdLst>
                <a:gd name="T0" fmla="*/ 54 w 370"/>
                <a:gd name="T1" fmla="*/ 269 h 345"/>
                <a:gd name="T2" fmla="*/ 89 w 370"/>
                <a:gd name="T3" fmla="*/ 51 h 345"/>
                <a:gd name="T4" fmla="*/ 317 w 370"/>
                <a:gd name="T5" fmla="*/ 83 h 345"/>
                <a:gd name="T6" fmla="*/ 275 w 370"/>
                <a:gd name="T7" fmla="*/ 293 h 345"/>
                <a:gd name="T8" fmla="*/ 54 w 370"/>
                <a:gd name="T9" fmla="*/ 269 h 345"/>
              </a:gdLst>
              <a:ahLst/>
              <a:cxnLst>
                <a:cxn ang="0">
                  <a:pos x="T0" y="T1"/>
                </a:cxn>
                <a:cxn ang="0">
                  <a:pos x="T2" y="T3"/>
                </a:cxn>
                <a:cxn ang="0">
                  <a:pos x="T4" y="T5"/>
                </a:cxn>
                <a:cxn ang="0">
                  <a:pos x="T6" y="T7"/>
                </a:cxn>
                <a:cxn ang="0">
                  <a:pos x="T8" y="T9"/>
                </a:cxn>
              </a:cxnLst>
              <a:rect l="0" t="0" r="r" b="b"/>
              <a:pathLst>
                <a:path w="370" h="345">
                  <a:moveTo>
                    <a:pt x="54" y="269"/>
                  </a:moveTo>
                  <a:cubicBezTo>
                    <a:pt x="0" y="200"/>
                    <a:pt x="16" y="103"/>
                    <a:pt x="89" y="51"/>
                  </a:cubicBezTo>
                  <a:cubicBezTo>
                    <a:pt x="162" y="0"/>
                    <a:pt x="264" y="14"/>
                    <a:pt x="317" y="83"/>
                  </a:cubicBezTo>
                  <a:cubicBezTo>
                    <a:pt x="370" y="152"/>
                    <a:pt x="348" y="242"/>
                    <a:pt x="275" y="293"/>
                  </a:cubicBezTo>
                  <a:cubicBezTo>
                    <a:pt x="203" y="345"/>
                    <a:pt x="107" y="339"/>
                    <a:pt x="54" y="269"/>
                  </a:cubicBezTo>
                </a:path>
              </a:pathLst>
            </a:custGeom>
            <a:solidFill>
              <a:srgbClr val="14596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34" name="Freeform 14">
              <a:extLst>
                <a:ext uri="{FF2B5EF4-FFF2-40B4-BE49-F238E27FC236}">
                  <a16:creationId xmlns:a16="http://schemas.microsoft.com/office/drawing/2014/main" id="{DAD44F77-C4A1-47A4-B417-D607A66BF50D}"/>
                </a:ext>
              </a:extLst>
            </p:cNvPr>
            <p:cNvSpPr>
              <a:spLocks/>
            </p:cNvSpPr>
            <p:nvPr/>
          </p:nvSpPr>
          <p:spPr bwMode="auto">
            <a:xfrm>
              <a:off x="287" y="152"/>
              <a:ext cx="296" cy="533"/>
            </a:xfrm>
            <a:custGeom>
              <a:avLst/>
              <a:gdLst>
                <a:gd name="T0" fmla="*/ 78 w 110"/>
                <a:gd name="T1" fmla="*/ 1 h 198"/>
                <a:gd name="T2" fmla="*/ 31 w 110"/>
                <a:gd name="T3" fmla="*/ 2 h 198"/>
                <a:gd name="T4" fmla="*/ 0 w 110"/>
                <a:gd name="T5" fmla="*/ 38 h 198"/>
                <a:gd name="T6" fmla="*/ 0 w 110"/>
                <a:gd name="T7" fmla="*/ 53 h 198"/>
                <a:gd name="T8" fmla="*/ 2 w 110"/>
                <a:gd name="T9" fmla="*/ 193 h 198"/>
                <a:gd name="T10" fmla="*/ 78 w 110"/>
                <a:gd name="T11" fmla="*/ 196 h 198"/>
                <a:gd name="T12" fmla="*/ 110 w 110"/>
                <a:gd name="T13" fmla="*/ 161 h 198"/>
                <a:gd name="T14" fmla="*/ 110 w 110"/>
                <a:gd name="T15" fmla="*/ 29 h 198"/>
                <a:gd name="T16" fmla="*/ 78 w 110"/>
                <a:gd name="T17" fmla="*/ 1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198">
                  <a:moveTo>
                    <a:pt x="78" y="1"/>
                  </a:moveTo>
                  <a:cubicBezTo>
                    <a:pt x="60" y="0"/>
                    <a:pt x="44" y="1"/>
                    <a:pt x="31" y="2"/>
                  </a:cubicBezTo>
                  <a:cubicBezTo>
                    <a:pt x="6" y="4"/>
                    <a:pt x="0" y="14"/>
                    <a:pt x="0" y="38"/>
                  </a:cubicBezTo>
                  <a:cubicBezTo>
                    <a:pt x="0" y="53"/>
                    <a:pt x="0" y="53"/>
                    <a:pt x="0" y="53"/>
                  </a:cubicBezTo>
                  <a:cubicBezTo>
                    <a:pt x="1" y="77"/>
                    <a:pt x="4" y="166"/>
                    <a:pt x="2" y="193"/>
                  </a:cubicBezTo>
                  <a:cubicBezTo>
                    <a:pt x="9" y="195"/>
                    <a:pt x="54" y="198"/>
                    <a:pt x="78" y="196"/>
                  </a:cubicBezTo>
                  <a:cubicBezTo>
                    <a:pt x="101" y="194"/>
                    <a:pt x="110" y="190"/>
                    <a:pt x="110" y="161"/>
                  </a:cubicBezTo>
                  <a:cubicBezTo>
                    <a:pt x="110" y="29"/>
                    <a:pt x="110" y="29"/>
                    <a:pt x="110" y="29"/>
                  </a:cubicBezTo>
                  <a:cubicBezTo>
                    <a:pt x="110" y="7"/>
                    <a:pt x="103" y="2"/>
                    <a:pt x="78" y="1"/>
                  </a:cubicBezTo>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35" name="Freeform 15">
              <a:extLst>
                <a:ext uri="{FF2B5EF4-FFF2-40B4-BE49-F238E27FC236}">
                  <a16:creationId xmlns:a16="http://schemas.microsoft.com/office/drawing/2014/main" id="{1AE40BDF-76B3-472C-A714-97A9C9834ABE}"/>
                </a:ext>
              </a:extLst>
            </p:cNvPr>
            <p:cNvSpPr>
              <a:spLocks/>
            </p:cNvSpPr>
            <p:nvPr/>
          </p:nvSpPr>
          <p:spPr bwMode="auto">
            <a:xfrm>
              <a:off x="312" y="203"/>
              <a:ext cx="247" cy="369"/>
            </a:xfrm>
            <a:custGeom>
              <a:avLst/>
              <a:gdLst>
                <a:gd name="T0" fmla="*/ 90 w 92"/>
                <a:gd name="T1" fmla="*/ 137 h 137"/>
                <a:gd name="T2" fmla="*/ 3 w 92"/>
                <a:gd name="T3" fmla="*/ 135 h 137"/>
                <a:gd name="T4" fmla="*/ 2 w 92"/>
                <a:gd name="T5" fmla="*/ 4 h 137"/>
                <a:gd name="T6" fmla="*/ 91 w 92"/>
                <a:gd name="T7" fmla="*/ 2 h 137"/>
                <a:gd name="T8" fmla="*/ 90 w 92"/>
                <a:gd name="T9" fmla="*/ 137 h 137"/>
              </a:gdLst>
              <a:ahLst/>
              <a:cxnLst>
                <a:cxn ang="0">
                  <a:pos x="T0" y="T1"/>
                </a:cxn>
                <a:cxn ang="0">
                  <a:pos x="T2" y="T3"/>
                </a:cxn>
                <a:cxn ang="0">
                  <a:pos x="T4" y="T5"/>
                </a:cxn>
                <a:cxn ang="0">
                  <a:pos x="T6" y="T7"/>
                </a:cxn>
                <a:cxn ang="0">
                  <a:pos x="T8" y="T9"/>
                </a:cxn>
              </a:cxnLst>
              <a:rect l="0" t="0" r="r" b="b"/>
              <a:pathLst>
                <a:path w="92" h="137">
                  <a:moveTo>
                    <a:pt x="90" y="137"/>
                  </a:moveTo>
                  <a:cubicBezTo>
                    <a:pt x="3" y="135"/>
                    <a:pt x="3" y="135"/>
                    <a:pt x="3" y="135"/>
                  </a:cubicBezTo>
                  <a:cubicBezTo>
                    <a:pt x="3" y="135"/>
                    <a:pt x="0" y="49"/>
                    <a:pt x="2" y="4"/>
                  </a:cubicBezTo>
                  <a:cubicBezTo>
                    <a:pt x="29" y="1"/>
                    <a:pt x="65" y="0"/>
                    <a:pt x="91" y="2"/>
                  </a:cubicBezTo>
                  <a:cubicBezTo>
                    <a:pt x="92" y="64"/>
                    <a:pt x="90" y="137"/>
                    <a:pt x="90" y="137"/>
                  </a:cubicBezTo>
                </a:path>
              </a:pathLst>
            </a:custGeom>
            <a:solidFill>
              <a:srgbClr val="00C27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36" name="Freeform 16">
              <a:extLst>
                <a:ext uri="{FF2B5EF4-FFF2-40B4-BE49-F238E27FC236}">
                  <a16:creationId xmlns:a16="http://schemas.microsoft.com/office/drawing/2014/main" id="{C9E568C6-E9E9-409D-8041-D5C9C44E705F}"/>
                </a:ext>
              </a:extLst>
            </p:cNvPr>
            <p:cNvSpPr>
              <a:spLocks/>
            </p:cNvSpPr>
            <p:nvPr/>
          </p:nvSpPr>
          <p:spPr bwMode="auto">
            <a:xfrm>
              <a:off x="411" y="596"/>
              <a:ext cx="49" cy="54"/>
            </a:xfrm>
            <a:custGeom>
              <a:avLst/>
              <a:gdLst>
                <a:gd name="T0" fmla="*/ 10 w 18"/>
                <a:gd name="T1" fmla="*/ 19 h 20"/>
                <a:gd name="T2" fmla="*/ 18 w 18"/>
                <a:gd name="T3" fmla="*/ 9 h 20"/>
                <a:gd name="T4" fmla="*/ 9 w 18"/>
                <a:gd name="T5" fmla="*/ 0 h 20"/>
                <a:gd name="T6" fmla="*/ 0 w 18"/>
                <a:gd name="T7" fmla="*/ 10 h 20"/>
                <a:gd name="T8" fmla="*/ 10 w 18"/>
                <a:gd name="T9" fmla="*/ 19 h 20"/>
              </a:gdLst>
              <a:ahLst/>
              <a:cxnLst>
                <a:cxn ang="0">
                  <a:pos x="T0" y="T1"/>
                </a:cxn>
                <a:cxn ang="0">
                  <a:pos x="T2" y="T3"/>
                </a:cxn>
                <a:cxn ang="0">
                  <a:pos x="T4" y="T5"/>
                </a:cxn>
                <a:cxn ang="0">
                  <a:pos x="T6" y="T7"/>
                </a:cxn>
                <a:cxn ang="0">
                  <a:pos x="T8" y="T9"/>
                </a:cxn>
              </a:cxnLst>
              <a:rect l="0" t="0" r="r" b="b"/>
              <a:pathLst>
                <a:path w="18" h="20">
                  <a:moveTo>
                    <a:pt x="10" y="19"/>
                  </a:moveTo>
                  <a:cubicBezTo>
                    <a:pt x="15" y="19"/>
                    <a:pt x="18" y="14"/>
                    <a:pt x="18" y="9"/>
                  </a:cubicBezTo>
                  <a:cubicBezTo>
                    <a:pt x="18" y="4"/>
                    <a:pt x="14" y="0"/>
                    <a:pt x="9" y="0"/>
                  </a:cubicBezTo>
                  <a:cubicBezTo>
                    <a:pt x="4" y="1"/>
                    <a:pt x="0" y="5"/>
                    <a:pt x="0" y="10"/>
                  </a:cubicBezTo>
                  <a:cubicBezTo>
                    <a:pt x="0" y="16"/>
                    <a:pt x="4" y="20"/>
                    <a:pt x="10" y="19"/>
                  </a:cubicBezTo>
                </a:path>
              </a:pathLst>
            </a:custGeom>
            <a:solidFill>
              <a:srgbClr val="95E61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grpSp>
    </p:spTree>
    <p:extLst>
      <p:ext uri="{BB962C8B-B14F-4D97-AF65-F5344CB8AC3E}">
        <p14:creationId xmlns:p14="http://schemas.microsoft.com/office/powerpoint/2010/main" val="39262656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Pie Charts ">
    <p:bg>
      <p:bgRef idx="1001">
        <a:schemeClr val="bg1"/>
      </p:bgRef>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55C88D47-86DF-4336-A768-786DBD0060C8}"/>
              </a:ext>
            </a:extLst>
          </p:cNvPr>
          <p:cNvSpPr/>
          <p:nvPr userDrawn="1"/>
        </p:nvSpPr>
        <p:spPr>
          <a:xfrm>
            <a:off x="0" y="1773238"/>
            <a:ext cx="12192000" cy="3023914"/>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38" name="Chart Placeholder 29">
            <a:extLst>
              <a:ext uri="{FF2B5EF4-FFF2-40B4-BE49-F238E27FC236}">
                <a16:creationId xmlns:a16="http://schemas.microsoft.com/office/drawing/2014/main" id="{6F232C89-BD5F-4CA7-A3AA-F6F1576CFE6E}"/>
              </a:ext>
            </a:extLst>
          </p:cNvPr>
          <p:cNvSpPr>
            <a:spLocks noGrp="1"/>
          </p:cNvSpPr>
          <p:nvPr>
            <p:ph type="chart" sz="quarter" idx="39"/>
          </p:nvPr>
        </p:nvSpPr>
        <p:spPr>
          <a:xfrm>
            <a:off x="6601524" y="2032333"/>
            <a:ext cx="1728192" cy="1617453"/>
          </a:xfrm>
          <a:prstGeom prst="rect">
            <a:avLst/>
          </a:prstGeom>
        </p:spPr>
        <p:txBody>
          <a:bodyPr anchor="ctr"/>
          <a:lstStyle>
            <a:lvl1pPr algn="ctr">
              <a:defRPr/>
            </a:lvl1pPr>
          </a:lstStyle>
          <a:p>
            <a:endParaRPr lang="pt-PT" dirty="0"/>
          </a:p>
        </p:txBody>
      </p:sp>
      <p:sp>
        <p:nvSpPr>
          <p:cNvPr id="33" name="Text Placeholder 7">
            <a:extLst>
              <a:ext uri="{FF2B5EF4-FFF2-40B4-BE49-F238E27FC236}">
                <a16:creationId xmlns:a16="http://schemas.microsoft.com/office/drawing/2014/main" id="{D9223961-F190-4765-ADD3-748B8A88C5A4}"/>
              </a:ext>
            </a:extLst>
          </p:cNvPr>
          <p:cNvSpPr>
            <a:spLocks noGrp="1"/>
          </p:cNvSpPr>
          <p:nvPr>
            <p:ph type="body" sz="quarter" idx="34" hasCustomPrompt="1"/>
          </p:nvPr>
        </p:nvSpPr>
        <p:spPr>
          <a:xfrm>
            <a:off x="911424" y="3717032"/>
            <a:ext cx="2376264" cy="720080"/>
          </a:xfrm>
          <a:prstGeom prst="rect">
            <a:avLst/>
          </a:prstGeom>
        </p:spPr>
        <p:txBody>
          <a:bodyPr>
            <a:noAutofit/>
          </a:bodyPr>
          <a:lstStyle>
            <a:lvl1pPr algn="ctr">
              <a:lnSpc>
                <a:spcPts val="1400"/>
              </a:lnSpc>
              <a:spcBef>
                <a:spcPts val="600"/>
              </a:spcBef>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p:txBody>
      </p:sp>
      <p:sp>
        <p:nvSpPr>
          <p:cNvPr id="30" name="Chart Placeholder 29">
            <a:extLst>
              <a:ext uri="{FF2B5EF4-FFF2-40B4-BE49-F238E27FC236}">
                <a16:creationId xmlns:a16="http://schemas.microsoft.com/office/drawing/2014/main" id="{667CB86F-C1D1-4D9A-BBD9-57EF8C95B524}"/>
              </a:ext>
            </a:extLst>
          </p:cNvPr>
          <p:cNvSpPr>
            <a:spLocks noGrp="1"/>
          </p:cNvSpPr>
          <p:nvPr userDrawn="1">
            <p:ph type="chart" sz="quarter" idx="10"/>
          </p:nvPr>
        </p:nvSpPr>
        <p:spPr>
          <a:xfrm>
            <a:off x="1235460" y="2027570"/>
            <a:ext cx="1728192" cy="1617453"/>
          </a:xfrm>
          <a:prstGeom prst="rect">
            <a:avLst/>
          </a:prstGeom>
        </p:spPr>
        <p:txBody>
          <a:bodyPr anchor="ctr"/>
          <a:lstStyle>
            <a:lvl1pPr algn="ctr">
              <a:defRPr/>
            </a:lvl1pPr>
          </a:lstStyle>
          <a:p>
            <a:endParaRPr lang="pt-PT" dirty="0"/>
          </a:p>
        </p:txBody>
      </p:sp>
      <p:sp>
        <p:nvSpPr>
          <p:cNvPr id="32" name="Text Placeholder 31">
            <a:extLst>
              <a:ext uri="{FF2B5EF4-FFF2-40B4-BE49-F238E27FC236}">
                <a16:creationId xmlns:a16="http://schemas.microsoft.com/office/drawing/2014/main" id="{B1204F05-191D-4ACA-AADF-FB43F1F07D83}"/>
              </a:ext>
            </a:extLst>
          </p:cNvPr>
          <p:cNvSpPr>
            <a:spLocks noGrp="1"/>
          </p:cNvSpPr>
          <p:nvPr userDrawn="1">
            <p:ph type="body" sz="quarter" idx="11" hasCustomPrompt="1"/>
          </p:nvPr>
        </p:nvSpPr>
        <p:spPr>
          <a:xfrm>
            <a:off x="1702767" y="2708275"/>
            <a:ext cx="864842" cy="314325"/>
          </a:xfrm>
          <a:prstGeom prst="rect">
            <a:avLst/>
          </a:prstGeom>
        </p:spPr>
        <p:txBody>
          <a:bodyPr anchor="ctr">
            <a:noAutofit/>
          </a:bodyPr>
          <a:lstStyle>
            <a:lvl1pPr algn="ctr">
              <a:defRPr sz="1600" b="1"/>
            </a:lvl1pPr>
          </a:lstStyle>
          <a:p>
            <a:pPr lvl="0"/>
            <a:r>
              <a:rPr lang="pt-PT" dirty="0"/>
              <a:t>XX%</a:t>
            </a:r>
          </a:p>
        </p:txBody>
      </p:sp>
      <p:sp>
        <p:nvSpPr>
          <p:cNvPr id="34" name="Text Placeholder 7">
            <a:extLst>
              <a:ext uri="{FF2B5EF4-FFF2-40B4-BE49-F238E27FC236}">
                <a16:creationId xmlns:a16="http://schemas.microsoft.com/office/drawing/2014/main" id="{3F48228B-C831-497E-A26D-61A81F63E42B}"/>
              </a:ext>
            </a:extLst>
          </p:cNvPr>
          <p:cNvSpPr>
            <a:spLocks noGrp="1"/>
          </p:cNvSpPr>
          <p:nvPr userDrawn="1">
            <p:ph type="body" sz="quarter" idx="35" hasCustomPrompt="1"/>
          </p:nvPr>
        </p:nvSpPr>
        <p:spPr>
          <a:xfrm>
            <a:off x="3594456" y="3717032"/>
            <a:ext cx="2376264" cy="720080"/>
          </a:xfrm>
          <a:prstGeom prst="rect">
            <a:avLst/>
          </a:prstGeom>
        </p:spPr>
        <p:txBody>
          <a:bodyPr>
            <a:noAutofit/>
          </a:bodyPr>
          <a:lstStyle>
            <a:lvl1pPr algn="ctr">
              <a:lnSpc>
                <a:spcPts val="1400"/>
              </a:lnSpc>
              <a:spcBef>
                <a:spcPts val="600"/>
              </a:spcBef>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p:txBody>
      </p:sp>
      <p:sp>
        <p:nvSpPr>
          <p:cNvPr id="35" name="Chart Placeholder 29">
            <a:extLst>
              <a:ext uri="{FF2B5EF4-FFF2-40B4-BE49-F238E27FC236}">
                <a16:creationId xmlns:a16="http://schemas.microsoft.com/office/drawing/2014/main" id="{D061EF55-20AF-4182-B722-C227F72A880B}"/>
              </a:ext>
            </a:extLst>
          </p:cNvPr>
          <p:cNvSpPr>
            <a:spLocks noGrp="1"/>
          </p:cNvSpPr>
          <p:nvPr userDrawn="1">
            <p:ph type="chart" sz="quarter" idx="36"/>
          </p:nvPr>
        </p:nvSpPr>
        <p:spPr>
          <a:xfrm>
            <a:off x="3918492" y="2027570"/>
            <a:ext cx="1728192" cy="1617453"/>
          </a:xfrm>
          <a:prstGeom prst="rect">
            <a:avLst/>
          </a:prstGeom>
        </p:spPr>
        <p:txBody>
          <a:bodyPr anchor="ctr"/>
          <a:lstStyle>
            <a:lvl1pPr algn="ctr">
              <a:defRPr/>
            </a:lvl1pPr>
          </a:lstStyle>
          <a:p>
            <a:endParaRPr lang="pt-PT" dirty="0"/>
          </a:p>
        </p:txBody>
      </p:sp>
      <p:sp>
        <p:nvSpPr>
          <p:cNvPr id="36" name="Text Placeholder 31">
            <a:extLst>
              <a:ext uri="{FF2B5EF4-FFF2-40B4-BE49-F238E27FC236}">
                <a16:creationId xmlns:a16="http://schemas.microsoft.com/office/drawing/2014/main" id="{E682B04D-D1A2-4B73-BDB4-D4FBD2A9BEF1}"/>
              </a:ext>
            </a:extLst>
          </p:cNvPr>
          <p:cNvSpPr>
            <a:spLocks noGrp="1"/>
          </p:cNvSpPr>
          <p:nvPr userDrawn="1">
            <p:ph type="body" sz="quarter" idx="37" hasCustomPrompt="1"/>
          </p:nvPr>
        </p:nvSpPr>
        <p:spPr>
          <a:xfrm>
            <a:off x="4379763" y="2708275"/>
            <a:ext cx="864842" cy="314325"/>
          </a:xfrm>
          <a:prstGeom prst="rect">
            <a:avLst/>
          </a:prstGeom>
        </p:spPr>
        <p:txBody>
          <a:bodyPr anchor="ctr">
            <a:noAutofit/>
          </a:bodyPr>
          <a:lstStyle>
            <a:lvl1pPr algn="ctr">
              <a:defRPr sz="1600" b="1"/>
            </a:lvl1pPr>
          </a:lstStyle>
          <a:p>
            <a:pPr lvl="0"/>
            <a:r>
              <a:rPr lang="pt-PT" dirty="0"/>
              <a:t>XX%</a:t>
            </a:r>
          </a:p>
        </p:txBody>
      </p:sp>
      <p:sp>
        <p:nvSpPr>
          <p:cNvPr id="37" name="Text Placeholder 7">
            <a:extLst>
              <a:ext uri="{FF2B5EF4-FFF2-40B4-BE49-F238E27FC236}">
                <a16:creationId xmlns:a16="http://schemas.microsoft.com/office/drawing/2014/main" id="{3C81FA68-C8C6-4011-8666-EF35E85DCC96}"/>
              </a:ext>
            </a:extLst>
          </p:cNvPr>
          <p:cNvSpPr>
            <a:spLocks noGrp="1"/>
          </p:cNvSpPr>
          <p:nvPr userDrawn="1">
            <p:ph type="body" sz="quarter" idx="38" hasCustomPrompt="1"/>
          </p:nvPr>
        </p:nvSpPr>
        <p:spPr>
          <a:xfrm>
            <a:off x="6277488" y="3717032"/>
            <a:ext cx="2376264" cy="720080"/>
          </a:xfrm>
          <a:prstGeom prst="rect">
            <a:avLst/>
          </a:prstGeom>
        </p:spPr>
        <p:txBody>
          <a:bodyPr>
            <a:noAutofit/>
          </a:bodyPr>
          <a:lstStyle>
            <a:lvl1pPr algn="ctr">
              <a:lnSpc>
                <a:spcPts val="1400"/>
              </a:lnSpc>
              <a:spcBef>
                <a:spcPts val="600"/>
              </a:spcBef>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p:txBody>
      </p:sp>
      <p:sp>
        <p:nvSpPr>
          <p:cNvPr id="39" name="Text Placeholder 31">
            <a:extLst>
              <a:ext uri="{FF2B5EF4-FFF2-40B4-BE49-F238E27FC236}">
                <a16:creationId xmlns:a16="http://schemas.microsoft.com/office/drawing/2014/main" id="{9EF5179D-59B1-44D7-BC86-E8A77DCFF84C}"/>
              </a:ext>
            </a:extLst>
          </p:cNvPr>
          <p:cNvSpPr>
            <a:spLocks noGrp="1"/>
          </p:cNvSpPr>
          <p:nvPr userDrawn="1">
            <p:ph type="body" sz="quarter" idx="40" hasCustomPrompt="1"/>
          </p:nvPr>
        </p:nvSpPr>
        <p:spPr>
          <a:xfrm>
            <a:off x="7046763" y="2708275"/>
            <a:ext cx="864842" cy="314325"/>
          </a:xfrm>
          <a:prstGeom prst="rect">
            <a:avLst/>
          </a:prstGeom>
        </p:spPr>
        <p:txBody>
          <a:bodyPr anchor="ctr">
            <a:noAutofit/>
          </a:bodyPr>
          <a:lstStyle>
            <a:lvl1pPr algn="ctr">
              <a:defRPr sz="1600" b="1"/>
            </a:lvl1pPr>
          </a:lstStyle>
          <a:p>
            <a:pPr lvl="0"/>
            <a:r>
              <a:rPr lang="pt-PT" dirty="0"/>
              <a:t>XX%</a:t>
            </a:r>
          </a:p>
        </p:txBody>
      </p:sp>
      <p:sp>
        <p:nvSpPr>
          <p:cNvPr id="40" name="Chart Placeholder 29">
            <a:extLst>
              <a:ext uri="{FF2B5EF4-FFF2-40B4-BE49-F238E27FC236}">
                <a16:creationId xmlns:a16="http://schemas.microsoft.com/office/drawing/2014/main" id="{D076F0C2-9B62-4C55-88BD-5D8F3A4066E8}"/>
              </a:ext>
            </a:extLst>
          </p:cNvPr>
          <p:cNvSpPr>
            <a:spLocks noGrp="1"/>
          </p:cNvSpPr>
          <p:nvPr userDrawn="1">
            <p:ph type="chart" sz="quarter" idx="41"/>
          </p:nvPr>
        </p:nvSpPr>
        <p:spPr>
          <a:xfrm>
            <a:off x="9284556" y="2032333"/>
            <a:ext cx="1728192" cy="1617453"/>
          </a:xfrm>
          <a:prstGeom prst="rect">
            <a:avLst/>
          </a:prstGeom>
        </p:spPr>
        <p:txBody>
          <a:bodyPr anchor="ctr"/>
          <a:lstStyle>
            <a:lvl1pPr algn="ctr">
              <a:defRPr/>
            </a:lvl1pPr>
          </a:lstStyle>
          <a:p>
            <a:endParaRPr lang="pt-PT" dirty="0"/>
          </a:p>
        </p:txBody>
      </p:sp>
      <p:sp>
        <p:nvSpPr>
          <p:cNvPr id="41" name="Text Placeholder 7">
            <a:extLst>
              <a:ext uri="{FF2B5EF4-FFF2-40B4-BE49-F238E27FC236}">
                <a16:creationId xmlns:a16="http://schemas.microsoft.com/office/drawing/2014/main" id="{E7590D3D-14BD-4608-AB95-0952261EAA1C}"/>
              </a:ext>
            </a:extLst>
          </p:cNvPr>
          <p:cNvSpPr>
            <a:spLocks noGrp="1"/>
          </p:cNvSpPr>
          <p:nvPr userDrawn="1">
            <p:ph type="body" sz="quarter" idx="42" hasCustomPrompt="1"/>
          </p:nvPr>
        </p:nvSpPr>
        <p:spPr>
          <a:xfrm>
            <a:off x="8960520" y="3717032"/>
            <a:ext cx="2376264" cy="720080"/>
          </a:xfrm>
          <a:prstGeom prst="rect">
            <a:avLst/>
          </a:prstGeom>
        </p:spPr>
        <p:txBody>
          <a:bodyPr>
            <a:noAutofit/>
          </a:bodyPr>
          <a:lstStyle>
            <a:lvl1pPr algn="ctr">
              <a:lnSpc>
                <a:spcPts val="1400"/>
              </a:lnSpc>
              <a:spcBef>
                <a:spcPts val="600"/>
              </a:spcBef>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p:txBody>
      </p:sp>
      <p:sp>
        <p:nvSpPr>
          <p:cNvPr id="42" name="Text Placeholder 31">
            <a:extLst>
              <a:ext uri="{FF2B5EF4-FFF2-40B4-BE49-F238E27FC236}">
                <a16:creationId xmlns:a16="http://schemas.microsoft.com/office/drawing/2014/main" id="{93DCB675-62E7-4926-98A4-F120ABA92EBF}"/>
              </a:ext>
            </a:extLst>
          </p:cNvPr>
          <p:cNvSpPr>
            <a:spLocks noGrp="1"/>
          </p:cNvSpPr>
          <p:nvPr userDrawn="1">
            <p:ph type="body" sz="quarter" idx="43" hasCustomPrompt="1"/>
          </p:nvPr>
        </p:nvSpPr>
        <p:spPr>
          <a:xfrm>
            <a:off x="9751863" y="2708275"/>
            <a:ext cx="864842" cy="314325"/>
          </a:xfrm>
          <a:prstGeom prst="rect">
            <a:avLst/>
          </a:prstGeom>
        </p:spPr>
        <p:txBody>
          <a:bodyPr anchor="ctr">
            <a:noAutofit/>
          </a:bodyPr>
          <a:lstStyle>
            <a:lvl1pPr algn="ctr">
              <a:defRPr sz="1600" b="1"/>
            </a:lvl1pPr>
          </a:lstStyle>
          <a:p>
            <a:pPr lvl="0"/>
            <a:r>
              <a:rPr lang="pt-PT" dirty="0"/>
              <a:t>XX%</a:t>
            </a:r>
          </a:p>
        </p:txBody>
      </p:sp>
      <p:sp>
        <p:nvSpPr>
          <p:cNvPr id="43" name="Text Placeholder 7">
            <a:extLst>
              <a:ext uri="{FF2B5EF4-FFF2-40B4-BE49-F238E27FC236}">
                <a16:creationId xmlns:a16="http://schemas.microsoft.com/office/drawing/2014/main" id="{C70FC002-22B1-4B43-A640-05B3543D2B31}"/>
              </a:ext>
            </a:extLst>
          </p:cNvPr>
          <p:cNvSpPr>
            <a:spLocks noGrp="1"/>
          </p:cNvSpPr>
          <p:nvPr userDrawn="1">
            <p:ph type="body" sz="quarter" idx="44" hasCustomPrompt="1"/>
          </p:nvPr>
        </p:nvSpPr>
        <p:spPr>
          <a:xfrm>
            <a:off x="1127448" y="5308653"/>
            <a:ext cx="1656184" cy="576064"/>
          </a:xfrm>
          <a:prstGeom prst="rect">
            <a:avLst/>
          </a:prstGeom>
        </p:spPr>
        <p:txBody>
          <a:bodyPr anchor="ctr">
            <a:noAutofit/>
          </a:bodyPr>
          <a:lstStyle>
            <a:lvl1pPr algn="ctr">
              <a:lnSpc>
                <a:spcPts val="3200"/>
              </a:lnSpc>
              <a:defRPr sz="2800" b="1">
                <a:solidFill>
                  <a:srgbClr val="2B0A3D"/>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xx%</a:t>
            </a:r>
          </a:p>
        </p:txBody>
      </p:sp>
      <p:sp>
        <p:nvSpPr>
          <p:cNvPr id="44" name="Text Placeholder 7">
            <a:extLst>
              <a:ext uri="{FF2B5EF4-FFF2-40B4-BE49-F238E27FC236}">
                <a16:creationId xmlns:a16="http://schemas.microsoft.com/office/drawing/2014/main" id="{8E1CE648-2FAE-4439-A1A4-5BE3863514F4}"/>
              </a:ext>
            </a:extLst>
          </p:cNvPr>
          <p:cNvSpPr>
            <a:spLocks noGrp="1"/>
          </p:cNvSpPr>
          <p:nvPr>
            <p:ph type="body" sz="quarter" idx="45" hasCustomPrompt="1"/>
          </p:nvPr>
        </p:nvSpPr>
        <p:spPr>
          <a:xfrm>
            <a:off x="2883395" y="5163112"/>
            <a:ext cx="8399412" cy="867147"/>
          </a:xfrm>
          <a:prstGeom prst="rect">
            <a:avLst/>
          </a:prstGeom>
        </p:spPr>
        <p:txBody>
          <a:bodyPr anchor="ctr">
            <a:noAutofit/>
          </a:bodyPr>
          <a:lstStyle>
            <a:lvl1pPr algn="l">
              <a:lnSpc>
                <a:spcPts val="1800"/>
              </a:lnSpc>
              <a:spcBef>
                <a:spcPts val="600"/>
              </a:spcBef>
              <a:defRPr sz="16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p:txBody>
      </p:sp>
      <p:sp>
        <p:nvSpPr>
          <p:cNvPr id="18"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20"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21"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2"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23"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7295125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columns">
    <p:bg>
      <p:bgRef idx="1001">
        <a:schemeClr val="bg1"/>
      </p:bgRef>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F28BC1D5-366F-454F-B964-C24C1497914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8823521" y="-1667562"/>
            <a:ext cx="1706401" cy="5030555"/>
          </a:xfrm>
          <a:prstGeom prst="rect">
            <a:avLst/>
          </a:prstGeom>
        </p:spPr>
      </p:pic>
      <p:sp>
        <p:nvSpPr>
          <p:cNvPr id="4" name="Rectangle 3">
            <a:extLst>
              <a:ext uri="{FF2B5EF4-FFF2-40B4-BE49-F238E27FC236}">
                <a16:creationId xmlns:a16="http://schemas.microsoft.com/office/drawing/2014/main" id="{9653C8D1-E525-4A1D-BA42-B310FCE0AA96}"/>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5" name="Rectangle 4">
            <a:extLst>
              <a:ext uri="{FF2B5EF4-FFF2-40B4-BE49-F238E27FC236}">
                <a16:creationId xmlns:a16="http://schemas.microsoft.com/office/drawing/2014/main" id="{5D624820-6891-4116-9EE3-E6D3B41D555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6" name="Rectangle 5">
            <a:extLst>
              <a:ext uri="{FF2B5EF4-FFF2-40B4-BE49-F238E27FC236}">
                <a16:creationId xmlns:a16="http://schemas.microsoft.com/office/drawing/2014/main" id="{4ED1E18D-CB5A-40D2-9E0C-21B1DC24C582}"/>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31" name="Text Placeholder 4">
            <a:extLst>
              <a:ext uri="{FF2B5EF4-FFF2-40B4-BE49-F238E27FC236}">
                <a16:creationId xmlns:a16="http://schemas.microsoft.com/office/drawing/2014/main" id="{5714BE43-18D4-460E-A270-8F2FA1EB1FE6}"/>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1">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2" name="Text Placeholder 7">
            <a:extLst>
              <a:ext uri="{FF2B5EF4-FFF2-40B4-BE49-F238E27FC236}">
                <a16:creationId xmlns:a16="http://schemas.microsoft.com/office/drawing/2014/main" id="{DF3E2A1A-B668-4C6F-87C6-8F37A241C2C0}"/>
              </a:ext>
            </a:extLst>
          </p:cNvPr>
          <p:cNvSpPr>
            <a:spLocks noGrp="1"/>
          </p:cNvSpPr>
          <p:nvPr>
            <p:ph type="body" sz="quarter" idx="32" hasCustomPrompt="1"/>
          </p:nvPr>
        </p:nvSpPr>
        <p:spPr>
          <a:xfrm>
            <a:off x="725016" y="4079992"/>
            <a:ext cx="2874219" cy="1711208"/>
          </a:xfrm>
          <a:prstGeom prst="rect">
            <a:avLst/>
          </a:prstGeom>
        </p:spPr>
        <p:txBody>
          <a:bodyPr>
            <a:noAutofit/>
          </a:bodyPr>
          <a:lstStyle>
            <a:lvl1pPr>
              <a:lnSpc>
                <a:spcPct val="100000"/>
              </a:lnSpc>
              <a:defRPr sz="1400"/>
            </a:lvl1pPr>
            <a:lvl2pPr>
              <a:lnSpc>
                <a:spcPts val="1400"/>
              </a:lnSpc>
              <a:defRPr sz="1200"/>
            </a:lvl2pPr>
            <a:lvl3pPr>
              <a:lnSpc>
                <a:spcPts val="1300"/>
              </a:lnSpc>
              <a:defRPr sz="1100"/>
            </a:lvl3pPr>
            <a:lvl4pPr>
              <a:lnSpc>
                <a:spcPts val="1200"/>
              </a:lnSpc>
              <a:defRPr sz="10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3" name="Text Placeholder 4">
            <a:extLst>
              <a:ext uri="{FF2B5EF4-FFF2-40B4-BE49-F238E27FC236}">
                <a16:creationId xmlns:a16="http://schemas.microsoft.com/office/drawing/2014/main" id="{A44485C3-4220-46B7-B1FC-AB2889C2B910}"/>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1">
                <a:solidFill>
                  <a:srgbClr val="FF304C"/>
                </a:solidFill>
              </a:defRPr>
            </a:lvl1pPr>
            <a:lvl2pPr>
              <a:defRPr sz="1400"/>
            </a:lvl2pPr>
            <a:lvl3pPr>
              <a:defRPr sz="1200"/>
            </a:lvl3pPr>
            <a:lvl4pPr>
              <a:defRPr sz="1100"/>
            </a:lvl4pPr>
            <a:lvl5pPr>
              <a:defRPr sz="1100"/>
            </a:lvl5pPr>
          </a:lstStyle>
          <a:p>
            <a:pPr lvl="0"/>
            <a:r>
              <a:rPr lang="en-US" dirty="0"/>
              <a:t>Click to insert title</a:t>
            </a:r>
          </a:p>
        </p:txBody>
      </p:sp>
      <p:sp>
        <p:nvSpPr>
          <p:cNvPr id="35" name="Text Placeholder 4">
            <a:extLst>
              <a:ext uri="{FF2B5EF4-FFF2-40B4-BE49-F238E27FC236}">
                <a16:creationId xmlns:a16="http://schemas.microsoft.com/office/drawing/2014/main" id="{310CE3C3-B1E7-4F6F-B7BE-DF93DF2ACD74}"/>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1">
                <a:solidFill>
                  <a:srgbClr val="2C004B"/>
                </a:solidFill>
              </a:defRPr>
            </a:lvl1pPr>
            <a:lvl2pPr>
              <a:defRPr sz="1400"/>
            </a:lvl2pPr>
            <a:lvl3pPr>
              <a:defRPr sz="1200"/>
            </a:lvl3pPr>
            <a:lvl4pPr>
              <a:defRPr sz="1100"/>
            </a:lvl4pPr>
            <a:lvl5pPr>
              <a:defRPr sz="1100"/>
            </a:lvl5pPr>
          </a:lstStyle>
          <a:p>
            <a:pPr lvl="0"/>
            <a:r>
              <a:rPr lang="en-US" dirty="0"/>
              <a:t>Click to insert title</a:t>
            </a:r>
          </a:p>
        </p:txBody>
      </p:sp>
      <p:sp>
        <p:nvSpPr>
          <p:cNvPr id="37" name="Text Placeholder 7">
            <a:extLst>
              <a:ext uri="{FF2B5EF4-FFF2-40B4-BE49-F238E27FC236}">
                <a16:creationId xmlns:a16="http://schemas.microsoft.com/office/drawing/2014/main" id="{32047331-01BE-47AE-BC0C-B787B1E9553B}"/>
              </a:ext>
            </a:extLst>
          </p:cNvPr>
          <p:cNvSpPr>
            <a:spLocks noGrp="1"/>
          </p:cNvSpPr>
          <p:nvPr>
            <p:ph type="body" sz="quarter" idx="37" hasCustomPrompt="1"/>
          </p:nvPr>
        </p:nvSpPr>
        <p:spPr>
          <a:xfrm>
            <a:off x="8498131" y="295729"/>
            <a:ext cx="2927906" cy="876300"/>
          </a:xfrm>
          <a:prstGeom prst="rect">
            <a:avLst/>
          </a:prstGeom>
        </p:spPr>
        <p:txBody>
          <a:bodyPr anchor="t">
            <a:noAutofit/>
          </a:bodyPr>
          <a:lstStyle>
            <a:lvl1pPr>
              <a:lnSpc>
                <a:spcPct val="100000"/>
              </a:lnSpc>
              <a:defRPr sz="1600" b="1"/>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insert text</a:t>
            </a:r>
          </a:p>
        </p:txBody>
      </p:sp>
      <p:pic>
        <p:nvPicPr>
          <p:cNvPr id="15" name="Graphic 14">
            <a:extLst>
              <a:ext uri="{FF2B5EF4-FFF2-40B4-BE49-F238E27FC236}">
                <a16:creationId xmlns:a16="http://schemas.microsoft.com/office/drawing/2014/main" id="{CA70D5E4-F0EE-4368-A09C-60021E85A04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1836" t="-4713" b="16530"/>
          <a:stretch/>
        </p:blipFill>
        <p:spPr>
          <a:xfrm>
            <a:off x="11491419" y="164829"/>
            <a:ext cx="424356" cy="459624"/>
          </a:xfrm>
          <a:prstGeom prst="rect">
            <a:avLst/>
          </a:prstGeom>
        </p:spPr>
      </p:pic>
      <p:sp>
        <p:nvSpPr>
          <p:cNvPr id="2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6477232"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27"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2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9" name="Rectangle 27">
            <a:hlinkClick r:id="rId6"/>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38"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39" name="Text Placeholder 7">
            <a:extLst>
              <a:ext uri="{FF2B5EF4-FFF2-40B4-BE49-F238E27FC236}">
                <a16:creationId xmlns:a16="http://schemas.microsoft.com/office/drawing/2014/main" id="{DF3E2A1A-B668-4C6F-87C6-8F37A241C2C0}"/>
              </a:ext>
            </a:extLst>
          </p:cNvPr>
          <p:cNvSpPr>
            <a:spLocks noGrp="1"/>
          </p:cNvSpPr>
          <p:nvPr>
            <p:ph type="body" sz="quarter" idx="38" hasCustomPrompt="1"/>
          </p:nvPr>
        </p:nvSpPr>
        <p:spPr>
          <a:xfrm>
            <a:off x="4666878" y="4079992"/>
            <a:ext cx="2874219" cy="1711208"/>
          </a:xfrm>
          <a:prstGeom prst="rect">
            <a:avLst/>
          </a:prstGeom>
        </p:spPr>
        <p:txBody>
          <a:bodyPr>
            <a:noAutofit/>
          </a:bodyPr>
          <a:lstStyle>
            <a:lvl1pPr>
              <a:lnSpc>
                <a:spcPct val="100000"/>
              </a:lnSpc>
              <a:defRPr sz="1400"/>
            </a:lvl1pPr>
            <a:lvl2pPr>
              <a:lnSpc>
                <a:spcPts val="1400"/>
              </a:lnSpc>
              <a:buClr>
                <a:schemeClr val="accent4"/>
              </a:buClr>
              <a:defRPr sz="1200"/>
            </a:lvl2pPr>
            <a:lvl3pPr>
              <a:lnSpc>
                <a:spcPts val="1300"/>
              </a:lnSpc>
              <a:buClr>
                <a:schemeClr val="accent4"/>
              </a:buClr>
              <a:defRPr sz="1100"/>
            </a:lvl3pPr>
            <a:lvl4pPr>
              <a:lnSpc>
                <a:spcPts val="1200"/>
              </a:lnSpc>
              <a:buClr>
                <a:schemeClr val="accent4"/>
              </a:buClr>
              <a:defRPr sz="10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40" name="Text Placeholder 7">
            <a:extLst>
              <a:ext uri="{FF2B5EF4-FFF2-40B4-BE49-F238E27FC236}">
                <a16:creationId xmlns:a16="http://schemas.microsoft.com/office/drawing/2014/main" id="{DF3E2A1A-B668-4C6F-87C6-8F37A241C2C0}"/>
              </a:ext>
            </a:extLst>
          </p:cNvPr>
          <p:cNvSpPr>
            <a:spLocks noGrp="1"/>
          </p:cNvSpPr>
          <p:nvPr>
            <p:ph type="body" sz="quarter" idx="39" hasCustomPrompt="1"/>
          </p:nvPr>
        </p:nvSpPr>
        <p:spPr>
          <a:xfrm>
            <a:off x="8592766" y="4079992"/>
            <a:ext cx="2874219" cy="1711208"/>
          </a:xfrm>
          <a:prstGeom prst="rect">
            <a:avLst/>
          </a:prstGeom>
        </p:spPr>
        <p:txBody>
          <a:bodyPr>
            <a:noAutofit/>
          </a:bodyPr>
          <a:lstStyle>
            <a:lvl1pPr>
              <a:lnSpc>
                <a:spcPct val="100000"/>
              </a:lnSpc>
              <a:defRPr sz="1400"/>
            </a:lvl1pPr>
            <a:lvl2pPr>
              <a:lnSpc>
                <a:spcPts val="1400"/>
              </a:lnSpc>
              <a:buClr>
                <a:schemeClr val="accent3"/>
              </a:buClr>
              <a:defRPr sz="1200"/>
            </a:lvl2pPr>
            <a:lvl3pPr>
              <a:lnSpc>
                <a:spcPts val="1300"/>
              </a:lnSpc>
              <a:buClr>
                <a:schemeClr val="accent3"/>
              </a:buClr>
              <a:defRPr sz="1100"/>
            </a:lvl3pPr>
            <a:lvl4pPr>
              <a:lnSpc>
                <a:spcPts val="1200"/>
              </a:lnSpc>
              <a:buClr>
                <a:schemeClr val="accent3"/>
              </a:buClr>
              <a:defRPr sz="10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83286770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bullets with highlights">
    <p:bg>
      <p:bgRef idx="1001">
        <a:schemeClr val="bg1"/>
      </p:bgRef>
    </p:bg>
    <p:spTree>
      <p:nvGrpSpPr>
        <p:cNvPr id="1" name=""/>
        <p:cNvGrpSpPr/>
        <p:nvPr/>
      </p:nvGrpSpPr>
      <p:grpSpPr>
        <a:xfrm>
          <a:off x="0" y="0"/>
          <a:ext cx="0" cy="0"/>
          <a:chOff x="0" y="0"/>
          <a:chExt cx="0" cy="0"/>
        </a:xfrm>
      </p:grpSpPr>
      <p:sp>
        <p:nvSpPr>
          <p:cNvPr id="41" name="Oval 20">
            <a:extLst>
              <a:ext uri="{FF2B5EF4-FFF2-40B4-BE49-F238E27FC236}">
                <a16:creationId xmlns:a16="http://schemas.microsoft.com/office/drawing/2014/main" id="{ADB39E78-E9B7-40CD-9999-E8302C610DC2}"/>
              </a:ext>
            </a:extLst>
          </p:cNvPr>
          <p:cNvSpPr/>
          <p:nvPr userDrawn="1"/>
        </p:nvSpPr>
        <p:spPr>
          <a:xfrm>
            <a:off x="5563594" y="47340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42" name="Oval 20">
            <a:extLst>
              <a:ext uri="{FF2B5EF4-FFF2-40B4-BE49-F238E27FC236}">
                <a16:creationId xmlns:a16="http://schemas.microsoft.com/office/drawing/2014/main" id="{80DEC651-0810-4FD4-A2CA-C54974433D45}"/>
              </a:ext>
            </a:extLst>
          </p:cNvPr>
          <p:cNvSpPr/>
          <p:nvPr userDrawn="1"/>
        </p:nvSpPr>
        <p:spPr>
          <a:xfrm>
            <a:off x="5563595" y="2944149"/>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43" name="Oval 20">
            <a:extLst>
              <a:ext uri="{FF2B5EF4-FFF2-40B4-BE49-F238E27FC236}">
                <a16:creationId xmlns:a16="http://schemas.microsoft.com/office/drawing/2014/main" id="{4F0142AD-298C-4A60-9F24-035D4F3F07D0}"/>
              </a:ext>
            </a:extLst>
          </p:cNvPr>
          <p:cNvSpPr/>
          <p:nvPr userDrawn="1"/>
        </p:nvSpPr>
        <p:spPr>
          <a:xfrm>
            <a:off x="5516146" y="118605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 name="Rectangle 12">
            <a:extLst>
              <a:ext uri="{FF2B5EF4-FFF2-40B4-BE49-F238E27FC236}">
                <a16:creationId xmlns:a16="http://schemas.microsoft.com/office/drawing/2014/main" id="{9455EBB8-DB3C-45D2-B02F-0B36A58E555B}"/>
              </a:ext>
            </a:extLst>
          </p:cNvPr>
          <p:cNvSpPr/>
          <p:nvPr userDrawn="1"/>
        </p:nvSpPr>
        <p:spPr>
          <a:xfrm>
            <a:off x="-1" y="0"/>
            <a:ext cx="4749299" cy="6858000"/>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pic>
        <p:nvPicPr>
          <p:cNvPr id="14" name="Graphic 41">
            <a:extLst>
              <a:ext uri="{FF2B5EF4-FFF2-40B4-BE49-F238E27FC236}">
                <a16:creationId xmlns:a16="http://schemas.microsoft.com/office/drawing/2014/main" id="{39882BC4-7320-49FC-B1BE-AEB377EFC01A}"/>
              </a:ext>
            </a:extLst>
          </p:cNvPr>
          <p:cNvPicPr>
            <a:picLocks noChangeAspect="1"/>
          </p:cNvPicPr>
          <p:nvPr userDrawn="1"/>
        </p:nvPicPr>
        <p:blipFill>
          <a:blip r:embed="rId2">
            <a:extLst>
              <a:ext uri="{96DAC541-7B7A-43D3-8B79-37D633B846F1}">
                <asvg:svgBlip xmlns:asvg="http://schemas.microsoft.com/office/drawing/2016/SVG/main" r:embed="rId3"/>
              </a:ext>
            </a:extLst>
          </a:blip>
          <a:srcRect t="7669"/>
          <a:stretch>
            <a:fillRect/>
          </a:stretch>
        </p:blipFill>
        <p:spPr>
          <a:xfrm rot="7221508" flipH="1" flipV="1">
            <a:off x="-510401" y="-999749"/>
            <a:ext cx="4694967" cy="4418573"/>
          </a:xfrm>
          <a:custGeom>
            <a:avLst/>
            <a:gdLst>
              <a:gd name="connsiteX0" fmla="*/ 0 w 6728158"/>
              <a:gd name="connsiteY0" fmla="*/ 6332069 h 6332069"/>
              <a:gd name="connsiteX1" fmla="*/ 6728158 w 6728158"/>
              <a:gd name="connsiteY1" fmla="*/ 6332069 h 6332069"/>
              <a:gd name="connsiteX2" fmla="*/ 6728158 w 6728158"/>
              <a:gd name="connsiteY2" fmla="*/ 5480387 h 6332069"/>
              <a:gd name="connsiteX3" fmla="*/ 3518172 w 6728158"/>
              <a:gd name="connsiteY3" fmla="*/ 0 h 6332069"/>
              <a:gd name="connsiteX4" fmla="*/ 0 w 6728158"/>
              <a:gd name="connsiteY4" fmla="*/ 2060673 h 6332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158" h="6332069">
                <a:moveTo>
                  <a:pt x="0" y="6332069"/>
                </a:moveTo>
                <a:lnTo>
                  <a:pt x="6728158" y="6332069"/>
                </a:lnTo>
                <a:lnTo>
                  <a:pt x="6728158" y="5480387"/>
                </a:lnTo>
                <a:lnTo>
                  <a:pt x="3518172" y="0"/>
                </a:lnTo>
                <a:lnTo>
                  <a:pt x="0" y="2060673"/>
                </a:lnTo>
                <a:close/>
              </a:path>
            </a:pathLst>
          </a:custGeom>
        </p:spPr>
      </p:pic>
      <p:sp>
        <p:nvSpPr>
          <p:cNvPr id="24" name="Text Placeholder 4">
            <a:extLst>
              <a:ext uri="{FF2B5EF4-FFF2-40B4-BE49-F238E27FC236}">
                <a16:creationId xmlns:a16="http://schemas.microsoft.com/office/drawing/2014/main" id="{B7C16A20-D927-494E-94A9-49AF2E1FA010}"/>
              </a:ext>
            </a:extLst>
          </p:cNvPr>
          <p:cNvSpPr>
            <a:spLocks noGrp="1"/>
          </p:cNvSpPr>
          <p:nvPr>
            <p:ph type="body" sz="quarter" idx="35" hasCustomPrompt="1"/>
          </p:nvPr>
        </p:nvSpPr>
        <p:spPr>
          <a:xfrm>
            <a:off x="5713875" y="1525457"/>
            <a:ext cx="863263" cy="482705"/>
          </a:xfrm>
          <a:prstGeom prst="rect">
            <a:avLst/>
          </a:prstGeom>
          <a:noFill/>
        </p:spPr>
        <p:txBody>
          <a:bodyPr anchor="ctr">
            <a:noAutofit/>
          </a:bodyPr>
          <a:lstStyle>
            <a:lvl1pPr algn="ctr">
              <a:lnSpc>
                <a:spcPts val="3000"/>
              </a:lnSpc>
              <a:defRPr sz="2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5" name="Text Placeholder 4">
            <a:extLst>
              <a:ext uri="{FF2B5EF4-FFF2-40B4-BE49-F238E27FC236}">
                <a16:creationId xmlns:a16="http://schemas.microsoft.com/office/drawing/2014/main" id="{936BACCD-6FBF-486E-81CB-3462560DA2CE}"/>
              </a:ext>
            </a:extLst>
          </p:cNvPr>
          <p:cNvSpPr>
            <a:spLocks noGrp="1"/>
          </p:cNvSpPr>
          <p:nvPr>
            <p:ph type="body" sz="quarter" idx="36" hasCustomPrompt="1"/>
          </p:nvPr>
        </p:nvSpPr>
        <p:spPr>
          <a:xfrm>
            <a:off x="5713875" y="3284120"/>
            <a:ext cx="863263" cy="482705"/>
          </a:xfrm>
          <a:prstGeom prst="rect">
            <a:avLst/>
          </a:prstGeom>
          <a:noFill/>
        </p:spPr>
        <p:txBody>
          <a:bodyPr anchor="ctr">
            <a:noAutofit/>
          </a:bodyPr>
          <a:lstStyle>
            <a:lvl1pPr algn="ctr">
              <a:lnSpc>
                <a:spcPts val="3000"/>
              </a:lnSpc>
              <a:defRPr sz="2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6" name="Text Placeholder 4">
            <a:extLst>
              <a:ext uri="{FF2B5EF4-FFF2-40B4-BE49-F238E27FC236}">
                <a16:creationId xmlns:a16="http://schemas.microsoft.com/office/drawing/2014/main" id="{48E9C506-31EA-4D04-B660-3B4DB0704112}"/>
              </a:ext>
            </a:extLst>
          </p:cNvPr>
          <p:cNvSpPr>
            <a:spLocks noGrp="1"/>
          </p:cNvSpPr>
          <p:nvPr>
            <p:ph type="body" sz="quarter" idx="37" hasCustomPrompt="1"/>
          </p:nvPr>
        </p:nvSpPr>
        <p:spPr>
          <a:xfrm>
            <a:off x="5713875" y="5061942"/>
            <a:ext cx="863263" cy="482705"/>
          </a:xfrm>
          <a:prstGeom prst="rect">
            <a:avLst/>
          </a:prstGeom>
          <a:noFill/>
        </p:spPr>
        <p:txBody>
          <a:bodyPr anchor="ctr">
            <a:noAutofit/>
          </a:bodyPr>
          <a:lstStyle>
            <a:lvl1pPr algn="ctr">
              <a:lnSpc>
                <a:spcPts val="3000"/>
              </a:lnSpc>
              <a:defRPr sz="2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7" name="Text Placeholder 7">
            <a:extLst>
              <a:ext uri="{FF2B5EF4-FFF2-40B4-BE49-F238E27FC236}">
                <a16:creationId xmlns:a16="http://schemas.microsoft.com/office/drawing/2014/main" id="{9949BCD6-E419-4ED2-9061-402DD5FF2406}"/>
              </a:ext>
            </a:extLst>
          </p:cNvPr>
          <p:cNvSpPr>
            <a:spLocks noGrp="1"/>
          </p:cNvSpPr>
          <p:nvPr>
            <p:ph type="body" sz="quarter" idx="38" hasCustomPrompt="1"/>
          </p:nvPr>
        </p:nvSpPr>
        <p:spPr>
          <a:xfrm>
            <a:off x="426716" y="3367132"/>
            <a:ext cx="3670826" cy="2993216"/>
          </a:xfrm>
          <a:prstGeom prst="rect">
            <a:avLst/>
          </a:prstGeom>
        </p:spPr>
        <p:txBody>
          <a:bodyPr>
            <a:noAutofit/>
          </a:bodyPr>
          <a:lstStyle>
            <a:lvl1pPr>
              <a:lnSpc>
                <a:spcPts val="2200"/>
              </a:lnSpc>
              <a:defRPr sz="1800"/>
            </a:lvl1pPr>
            <a:lvl2pPr>
              <a:lnSpc>
                <a:spcPts val="1800"/>
              </a:lnSpc>
              <a:buClr>
                <a:schemeClr val="accent3"/>
              </a:buClr>
              <a:defRPr sz="1600"/>
            </a:lvl2pPr>
            <a:lvl3pPr>
              <a:lnSpc>
                <a:spcPts val="1600"/>
              </a:lnSpc>
              <a:buClr>
                <a:schemeClr val="accent3"/>
              </a:buClr>
              <a:defRPr sz="1400"/>
            </a:lvl3pPr>
            <a:lvl4pPr>
              <a:lnSpc>
                <a:spcPts val="1400"/>
              </a:lnSpc>
              <a:buClr>
                <a:schemeClr val="accent3"/>
              </a:buClr>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2"/>
            <a:ext cx="2663676" cy="1584027"/>
          </a:xfrm>
          <a:prstGeom prst="rect">
            <a:avLst/>
          </a:prstGeom>
        </p:spPr>
        <p:txBody>
          <a:bodyPr vert="horz" lIns="0" tIns="0" rIns="0" bIns="0" rtlCol="0" anchor="t">
            <a:normAutofit/>
          </a:bodyPr>
          <a:lstStyle>
            <a:lvl1pPr>
              <a:defRPr lang="pt-PT" dirty="0">
                <a:solidFill>
                  <a:schemeClr val="bg1"/>
                </a:solidFill>
              </a:defRPr>
            </a:lvl1pPr>
          </a:lstStyle>
          <a:p>
            <a:pPr lvl="0">
              <a:lnSpc>
                <a:spcPts val="3000"/>
              </a:lnSpc>
            </a:pPr>
            <a:r>
              <a:rPr lang="en-US" dirty="0"/>
              <a:t>Click to add title</a:t>
            </a:r>
            <a:endParaRPr lang="pt-PT" dirty="0"/>
          </a:p>
        </p:txBody>
      </p:sp>
      <p:sp>
        <p:nvSpPr>
          <p:cNvPr id="16" name="Text Placeholder 4">
            <a:extLst>
              <a:ext uri="{FF2B5EF4-FFF2-40B4-BE49-F238E27FC236}">
                <a16:creationId xmlns:a16="http://schemas.microsoft.com/office/drawing/2014/main" id="{04C1CAD0-39C3-4CE2-A9E9-8CA99EFF5357}"/>
              </a:ext>
            </a:extLst>
          </p:cNvPr>
          <p:cNvSpPr>
            <a:spLocks noGrp="1"/>
          </p:cNvSpPr>
          <p:nvPr>
            <p:ph type="body" sz="quarter" idx="13" hasCustomPrompt="1"/>
          </p:nvPr>
        </p:nvSpPr>
        <p:spPr>
          <a:xfrm>
            <a:off x="6917889" y="825195"/>
            <a:ext cx="4866123" cy="412363"/>
          </a:xfrm>
          <a:prstGeom prst="rect">
            <a:avLst/>
          </a:prstGeom>
          <a:noFill/>
        </p:spPr>
        <p:txBody>
          <a:bodyPr anchor="ctr">
            <a:noAutofit/>
          </a:bodyPr>
          <a:lstStyle>
            <a:lvl1pPr algn="l">
              <a:defRPr sz="1800" b="0">
                <a:solidFill>
                  <a:schemeClr val="tx2"/>
                </a:solidFill>
              </a:defRPr>
            </a:lvl1pPr>
            <a:lvl2pPr>
              <a:defRPr sz="1400"/>
            </a:lvl2pPr>
            <a:lvl3pPr>
              <a:defRPr sz="1200"/>
            </a:lvl3pPr>
            <a:lvl4pPr>
              <a:defRPr sz="1100"/>
            </a:lvl4pPr>
            <a:lvl5pPr>
              <a:defRPr sz="1100"/>
            </a:lvl5pPr>
          </a:lstStyle>
          <a:p>
            <a:pPr lvl="0"/>
            <a:r>
              <a:rPr lang="en-US" dirty="0"/>
              <a:t>Click to insert title</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6917889" y="1268413"/>
            <a:ext cx="4866123" cy="996793"/>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3"/>
              </a:buClr>
              <a:defRPr sz="1200">
                <a:solidFill>
                  <a:schemeClr val="tx1"/>
                </a:solidFill>
              </a:defRPr>
            </a:lvl2pPr>
            <a:lvl3pPr marL="347663" indent="-174625">
              <a:lnSpc>
                <a:spcPts val="1400"/>
              </a:lnSpc>
              <a:buClr>
                <a:schemeClr val="accent3"/>
              </a:buClr>
              <a:defRPr sz="1200">
                <a:solidFill>
                  <a:schemeClr val="tx1"/>
                </a:solidFill>
              </a:defRPr>
            </a:lvl3pPr>
            <a:lvl4pPr marL="509588" indent="-161925">
              <a:lnSpc>
                <a:spcPts val="1200"/>
              </a:lnSpc>
              <a:buClr>
                <a:schemeClr val="accent3"/>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3" name="Text Placeholder 4">
            <a:extLst>
              <a:ext uri="{FF2B5EF4-FFF2-40B4-BE49-F238E27FC236}">
                <a16:creationId xmlns:a16="http://schemas.microsoft.com/office/drawing/2014/main" id="{04C1CAD0-39C3-4CE2-A9E9-8CA99EFF5357}"/>
              </a:ext>
            </a:extLst>
          </p:cNvPr>
          <p:cNvSpPr>
            <a:spLocks noGrp="1"/>
          </p:cNvSpPr>
          <p:nvPr>
            <p:ph type="body" sz="quarter" idx="39" hasCustomPrompt="1"/>
          </p:nvPr>
        </p:nvSpPr>
        <p:spPr>
          <a:xfrm>
            <a:off x="6917889" y="2583858"/>
            <a:ext cx="4866123" cy="412363"/>
          </a:xfrm>
          <a:prstGeom prst="rect">
            <a:avLst/>
          </a:prstGeom>
          <a:noFill/>
        </p:spPr>
        <p:txBody>
          <a:bodyPr anchor="ctr">
            <a:noAutofit/>
          </a:bodyPr>
          <a:lstStyle>
            <a:lvl1pPr algn="l">
              <a:defRPr sz="1800" b="0">
                <a:solidFill>
                  <a:schemeClr val="tx2"/>
                </a:solidFill>
              </a:defRPr>
            </a:lvl1pPr>
            <a:lvl2pPr>
              <a:defRPr sz="1400"/>
            </a:lvl2pPr>
            <a:lvl3pPr>
              <a:defRPr sz="1200"/>
            </a:lvl3pPr>
            <a:lvl4pPr>
              <a:defRPr sz="1100"/>
            </a:lvl4pPr>
            <a:lvl5pPr>
              <a:defRPr sz="1100"/>
            </a:lvl5pPr>
          </a:lstStyle>
          <a:p>
            <a:pPr lvl="0"/>
            <a:r>
              <a:rPr lang="en-US" dirty="0"/>
              <a:t>Click to insert title</a:t>
            </a:r>
          </a:p>
        </p:txBody>
      </p:sp>
      <p:sp>
        <p:nvSpPr>
          <p:cNvPr id="34" name="Text Placeholder 7">
            <a:extLst>
              <a:ext uri="{FF2B5EF4-FFF2-40B4-BE49-F238E27FC236}">
                <a16:creationId xmlns:a16="http://schemas.microsoft.com/office/drawing/2014/main" id="{9228FC83-C11D-47F2-8BDE-B10D125E5E87}"/>
              </a:ext>
            </a:extLst>
          </p:cNvPr>
          <p:cNvSpPr>
            <a:spLocks noGrp="1"/>
          </p:cNvSpPr>
          <p:nvPr>
            <p:ph type="body" sz="quarter" idx="40" hasCustomPrompt="1"/>
          </p:nvPr>
        </p:nvSpPr>
        <p:spPr>
          <a:xfrm>
            <a:off x="6917889" y="3027076"/>
            <a:ext cx="4866123" cy="996793"/>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3"/>
              </a:buClr>
              <a:defRPr sz="1200">
                <a:solidFill>
                  <a:schemeClr val="tx1"/>
                </a:solidFill>
              </a:defRPr>
            </a:lvl2pPr>
            <a:lvl3pPr marL="347663" indent="-174625">
              <a:lnSpc>
                <a:spcPts val="1400"/>
              </a:lnSpc>
              <a:buClr>
                <a:schemeClr val="accent3"/>
              </a:buClr>
              <a:defRPr sz="1200">
                <a:solidFill>
                  <a:schemeClr val="tx1"/>
                </a:solidFill>
              </a:defRPr>
            </a:lvl3pPr>
            <a:lvl4pPr marL="509588" indent="-161925">
              <a:lnSpc>
                <a:spcPts val="1200"/>
              </a:lnSpc>
              <a:buClr>
                <a:schemeClr val="accent3"/>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5" name="Text Placeholder 4">
            <a:extLst>
              <a:ext uri="{FF2B5EF4-FFF2-40B4-BE49-F238E27FC236}">
                <a16:creationId xmlns:a16="http://schemas.microsoft.com/office/drawing/2014/main" id="{04C1CAD0-39C3-4CE2-A9E9-8CA99EFF5357}"/>
              </a:ext>
            </a:extLst>
          </p:cNvPr>
          <p:cNvSpPr>
            <a:spLocks noGrp="1"/>
          </p:cNvSpPr>
          <p:nvPr>
            <p:ph type="body" sz="quarter" idx="41" hasCustomPrompt="1"/>
          </p:nvPr>
        </p:nvSpPr>
        <p:spPr>
          <a:xfrm>
            <a:off x="6917889" y="4361680"/>
            <a:ext cx="4866123" cy="412363"/>
          </a:xfrm>
          <a:prstGeom prst="rect">
            <a:avLst/>
          </a:prstGeom>
          <a:noFill/>
        </p:spPr>
        <p:txBody>
          <a:bodyPr anchor="ctr">
            <a:noAutofit/>
          </a:bodyPr>
          <a:lstStyle>
            <a:lvl1pPr algn="l">
              <a:defRPr sz="1800" b="0">
                <a:solidFill>
                  <a:schemeClr val="tx2"/>
                </a:solidFill>
              </a:defRPr>
            </a:lvl1pPr>
            <a:lvl2pPr>
              <a:defRPr sz="1400"/>
            </a:lvl2pPr>
            <a:lvl3pPr>
              <a:defRPr sz="1200"/>
            </a:lvl3pPr>
            <a:lvl4pPr>
              <a:defRPr sz="1100"/>
            </a:lvl4pPr>
            <a:lvl5pPr>
              <a:defRPr sz="1100"/>
            </a:lvl5pPr>
          </a:lstStyle>
          <a:p>
            <a:pPr lvl="0"/>
            <a:r>
              <a:rPr lang="en-US" dirty="0"/>
              <a:t>Click to insert title</a:t>
            </a:r>
          </a:p>
        </p:txBody>
      </p:sp>
      <p:sp>
        <p:nvSpPr>
          <p:cNvPr id="36" name="Text Placeholder 7">
            <a:extLst>
              <a:ext uri="{FF2B5EF4-FFF2-40B4-BE49-F238E27FC236}">
                <a16:creationId xmlns:a16="http://schemas.microsoft.com/office/drawing/2014/main" id="{9228FC83-C11D-47F2-8BDE-B10D125E5E87}"/>
              </a:ext>
            </a:extLst>
          </p:cNvPr>
          <p:cNvSpPr>
            <a:spLocks noGrp="1"/>
          </p:cNvSpPr>
          <p:nvPr>
            <p:ph type="body" sz="quarter" idx="42" hasCustomPrompt="1"/>
          </p:nvPr>
        </p:nvSpPr>
        <p:spPr>
          <a:xfrm>
            <a:off x="6917889" y="4804898"/>
            <a:ext cx="4866123" cy="996793"/>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3"/>
              </a:buClr>
              <a:defRPr sz="1200">
                <a:solidFill>
                  <a:schemeClr val="tx1"/>
                </a:solidFill>
              </a:defRPr>
            </a:lvl2pPr>
            <a:lvl3pPr marL="347663" indent="-174625">
              <a:lnSpc>
                <a:spcPts val="1400"/>
              </a:lnSpc>
              <a:buClr>
                <a:schemeClr val="accent3"/>
              </a:buClr>
              <a:defRPr sz="1200">
                <a:solidFill>
                  <a:schemeClr val="tx1"/>
                </a:solidFill>
              </a:defRPr>
            </a:lvl3pPr>
            <a:lvl4pPr marL="509588" indent="-161925">
              <a:lnSpc>
                <a:spcPts val="1200"/>
              </a:lnSpc>
              <a:buClr>
                <a:schemeClr val="accent3"/>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7"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sp>
        <p:nvSpPr>
          <p:cNvPr id="39" name="Rectangle 27">
            <a:hlinkClick r:id="rId4"/>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40" name="Retângulo 43">
            <a:extLst>
              <a:ext uri="{FF2B5EF4-FFF2-40B4-BE49-F238E27FC236}">
                <a16:creationId xmlns:a16="http://schemas.microsoft.com/office/drawing/2014/main" id="{834ADCB4-BFB1-450D-8F6D-64217F4CD92C}"/>
              </a:ext>
            </a:extLst>
          </p:cNvPr>
          <p:cNvSpPr/>
          <p:nvPr userDrawn="1"/>
        </p:nvSpPr>
        <p:spPr>
          <a:xfrm>
            <a:off x="9560327"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493729409"/>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act information">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EC1A94F9-DC7A-4538-8277-70A44CA10105}"/>
              </a:ext>
            </a:extLst>
          </p:cNvPr>
          <p:cNvSpPr>
            <a:spLocks noGrp="1"/>
          </p:cNvSpPr>
          <p:nvPr>
            <p:ph type="pic" sz="quarter" idx="10"/>
          </p:nvPr>
        </p:nvSpPr>
        <p:spPr>
          <a:xfrm>
            <a:off x="624115" y="1903413"/>
            <a:ext cx="1452563" cy="1671637"/>
          </a:xfrm>
          <a:prstGeom prst="rect">
            <a:avLst/>
          </a:prstGeom>
          <a:solidFill>
            <a:srgbClr val="D9D9D9"/>
          </a:solidFill>
        </p:spPr>
        <p:txBody>
          <a:bodyPr anchor="ctr"/>
          <a:lstStyle>
            <a:lvl1pPr algn="ctr">
              <a:defRPr/>
            </a:lvl1pPr>
          </a:lstStyle>
          <a:p>
            <a:endParaRPr lang="pt-PT"/>
          </a:p>
        </p:txBody>
      </p:sp>
      <p:sp>
        <p:nvSpPr>
          <p:cNvPr id="19" name="Picture Placeholder 17">
            <a:extLst>
              <a:ext uri="{FF2B5EF4-FFF2-40B4-BE49-F238E27FC236}">
                <a16:creationId xmlns:a16="http://schemas.microsoft.com/office/drawing/2014/main" id="{74E803A8-AB56-45EC-B2C1-515FBB73BB37}"/>
              </a:ext>
            </a:extLst>
          </p:cNvPr>
          <p:cNvSpPr>
            <a:spLocks noGrp="1"/>
          </p:cNvSpPr>
          <p:nvPr>
            <p:ph type="pic" sz="quarter" idx="11"/>
          </p:nvPr>
        </p:nvSpPr>
        <p:spPr>
          <a:xfrm>
            <a:off x="6455195" y="1903413"/>
            <a:ext cx="1452563" cy="1671637"/>
          </a:xfrm>
          <a:prstGeom prst="rect">
            <a:avLst/>
          </a:prstGeom>
          <a:solidFill>
            <a:srgbClr val="D9D9D9"/>
          </a:solidFill>
        </p:spPr>
        <p:txBody>
          <a:bodyPr anchor="ctr"/>
          <a:lstStyle>
            <a:lvl1pPr algn="ctr">
              <a:defRPr/>
            </a:lvl1pPr>
          </a:lstStyle>
          <a:p>
            <a:endParaRPr lang="pt-PT"/>
          </a:p>
        </p:txBody>
      </p:sp>
      <p:sp>
        <p:nvSpPr>
          <p:cNvPr id="20" name="Picture Placeholder 17">
            <a:extLst>
              <a:ext uri="{FF2B5EF4-FFF2-40B4-BE49-F238E27FC236}">
                <a16:creationId xmlns:a16="http://schemas.microsoft.com/office/drawing/2014/main" id="{9D1BE315-6BE9-4C05-9EDD-2BF1E943154E}"/>
              </a:ext>
            </a:extLst>
          </p:cNvPr>
          <p:cNvSpPr>
            <a:spLocks noGrp="1"/>
          </p:cNvSpPr>
          <p:nvPr>
            <p:ph type="pic" sz="quarter" idx="12"/>
          </p:nvPr>
        </p:nvSpPr>
        <p:spPr>
          <a:xfrm>
            <a:off x="624115" y="4379453"/>
            <a:ext cx="1452563" cy="1671637"/>
          </a:xfrm>
          <a:prstGeom prst="rect">
            <a:avLst/>
          </a:prstGeom>
          <a:solidFill>
            <a:srgbClr val="D9D9D9"/>
          </a:solidFill>
        </p:spPr>
        <p:txBody>
          <a:bodyPr anchor="ctr"/>
          <a:lstStyle>
            <a:lvl1pPr algn="ctr">
              <a:defRPr/>
            </a:lvl1pPr>
          </a:lstStyle>
          <a:p>
            <a:endParaRPr lang="pt-PT"/>
          </a:p>
        </p:txBody>
      </p:sp>
      <p:sp>
        <p:nvSpPr>
          <p:cNvPr id="21" name="Picture Placeholder 17">
            <a:extLst>
              <a:ext uri="{FF2B5EF4-FFF2-40B4-BE49-F238E27FC236}">
                <a16:creationId xmlns:a16="http://schemas.microsoft.com/office/drawing/2014/main" id="{1281E9B6-7C84-4FF5-B198-C8FC0C8924EE}"/>
              </a:ext>
            </a:extLst>
          </p:cNvPr>
          <p:cNvSpPr>
            <a:spLocks noGrp="1"/>
          </p:cNvSpPr>
          <p:nvPr>
            <p:ph type="pic" sz="quarter" idx="13"/>
          </p:nvPr>
        </p:nvSpPr>
        <p:spPr>
          <a:xfrm>
            <a:off x="6455195" y="4379453"/>
            <a:ext cx="1452563" cy="1671637"/>
          </a:xfrm>
          <a:prstGeom prst="rect">
            <a:avLst/>
          </a:prstGeom>
          <a:solidFill>
            <a:srgbClr val="D9D9D9"/>
          </a:solidFill>
        </p:spPr>
        <p:txBody>
          <a:bodyPr anchor="ctr"/>
          <a:lstStyle>
            <a:lvl1pPr algn="ctr">
              <a:defRPr/>
            </a:lvl1pPr>
          </a:lstStyle>
          <a:p>
            <a:endParaRPr lang="pt-PT"/>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5"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6"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2207568" y="1903413"/>
            <a:ext cx="3743970" cy="1671637"/>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8040043" y="1903413"/>
            <a:ext cx="3743970" cy="1671637"/>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7"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2207568" y="4379453"/>
            <a:ext cx="3743970" cy="1671637"/>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8"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8040043" y="4379453"/>
            <a:ext cx="3743970" cy="1671637"/>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7973977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act detail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38EB8B05-1295-4FBE-8D2F-3BFEB534AE51}"/>
              </a:ext>
            </a:extLst>
          </p:cNvPr>
          <p:cNvSpPr>
            <a:spLocks noGrp="1"/>
          </p:cNvSpPr>
          <p:nvPr>
            <p:ph type="body" sz="quarter" idx="29"/>
          </p:nvPr>
        </p:nvSpPr>
        <p:spPr>
          <a:xfrm>
            <a:off x="6638114" y="662159"/>
            <a:ext cx="4883669" cy="412363"/>
          </a:xfrm>
          <a:prstGeom prst="rect">
            <a:avLst/>
          </a:prstGeom>
          <a:noFill/>
        </p:spPr>
        <p:txBody>
          <a:bodyPr anchor="ctr">
            <a:noAutofit/>
          </a:bodyPr>
          <a:lstStyle>
            <a:lvl1pPr algn="l">
              <a:lnSpc>
                <a:spcPts val="3000"/>
              </a:lnSpc>
              <a:defRPr sz="2600" b="0">
                <a:solidFill>
                  <a:srgbClr val="12ABDB"/>
                </a:solidFill>
              </a:defRPr>
            </a:lvl1pPr>
            <a:lvl2pPr>
              <a:defRPr sz="1400"/>
            </a:lvl2pPr>
            <a:lvl3pPr>
              <a:defRPr sz="1200"/>
            </a:lvl3pPr>
            <a:lvl4pPr>
              <a:defRPr sz="1100"/>
            </a:lvl4pPr>
            <a:lvl5pPr>
              <a:defRPr sz="1100"/>
            </a:lvl5pPr>
          </a:lstStyle>
          <a:p>
            <a:pPr lvl="0"/>
            <a:r>
              <a:rPr lang="en-US" dirty="0"/>
              <a:t>Edit Master text styles</a:t>
            </a:r>
          </a:p>
        </p:txBody>
      </p:sp>
      <p:sp>
        <p:nvSpPr>
          <p:cNvPr id="16" name="Text Placeholder 4">
            <a:extLst>
              <a:ext uri="{FF2B5EF4-FFF2-40B4-BE49-F238E27FC236}">
                <a16:creationId xmlns:a16="http://schemas.microsoft.com/office/drawing/2014/main" id="{89F369BB-997D-4351-8E94-506F593BC826}"/>
              </a:ext>
            </a:extLst>
          </p:cNvPr>
          <p:cNvSpPr>
            <a:spLocks noGrp="1"/>
          </p:cNvSpPr>
          <p:nvPr>
            <p:ph type="body" sz="quarter" idx="30"/>
          </p:nvPr>
        </p:nvSpPr>
        <p:spPr>
          <a:xfrm>
            <a:off x="6638114" y="4374297"/>
            <a:ext cx="4883669" cy="412363"/>
          </a:xfrm>
          <a:prstGeom prst="rect">
            <a:avLst/>
          </a:prstGeom>
          <a:noFill/>
        </p:spPr>
        <p:txBody>
          <a:bodyPr anchor="ctr">
            <a:noAutofit/>
          </a:bodyPr>
          <a:lstStyle>
            <a:lvl1pPr algn="l">
              <a:lnSpc>
                <a:spcPts val="3000"/>
              </a:lnSpc>
              <a:defRPr sz="2600" b="0">
                <a:solidFill>
                  <a:srgbClr val="12ABDB"/>
                </a:solidFill>
              </a:defRPr>
            </a:lvl1pPr>
            <a:lvl2pPr>
              <a:defRPr sz="1400"/>
            </a:lvl2pPr>
            <a:lvl3pPr>
              <a:defRPr sz="1200"/>
            </a:lvl3pPr>
            <a:lvl4pPr>
              <a:defRPr sz="1100"/>
            </a:lvl4pPr>
            <a:lvl5pPr>
              <a:defRPr sz="1100"/>
            </a:lvl5pPr>
          </a:lstStyle>
          <a:p>
            <a:pPr lvl="0"/>
            <a:r>
              <a:rPr lang="en-US" dirty="0"/>
              <a:t>Edit Master text styles</a:t>
            </a:r>
          </a:p>
        </p:txBody>
      </p:sp>
      <p:sp>
        <p:nvSpPr>
          <p:cNvPr id="17" name="Text Placeholder 7">
            <a:extLst>
              <a:ext uri="{FF2B5EF4-FFF2-40B4-BE49-F238E27FC236}">
                <a16:creationId xmlns:a16="http://schemas.microsoft.com/office/drawing/2014/main" id="{1DC896E0-16D3-438F-B293-ED80E1183A74}"/>
              </a:ext>
            </a:extLst>
          </p:cNvPr>
          <p:cNvSpPr>
            <a:spLocks noGrp="1"/>
          </p:cNvSpPr>
          <p:nvPr>
            <p:ph type="body" sz="quarter" idx="31"/>
          </p:nvPr>
        </p:nvSpPr>
        <p:spPr>
          <a:xfrm>
            <a:off x="6638113" y="4810699"/>
            <a:ext cx="4883670" cy="1717101"/>
          </a:xfrm>
          <a:prstGeom prst="rect">
            <a:avLst/>
          </a:prstGeom>
        </p:spPr>
        <p:txBody>
          <a:bodyPr>
            <a:noAutofit/>
          </a:bodyPr>
          <a:lstStyle>
            <a:lvl1pPr>
              <a:lnSpc>
                <a:spcPts val="1600"/>
              </a:lnSpc>
              <a:defRPr sz="1400"/>
            </a:lvl1pPr>
            <a:lvl2pPr marL="173038" indent="-168275">
              <a:lnSpc>
                <a:spcPts val="1400"/>
              </a:lnSpc>
              <a:defRPr sz="1200"/>
            </a:lvl2pPr>
            <a:lvl3pPr marL="347663" indent="-174625">
              <a:lnSpc>
                <a:spcPts val="1200"/>
              </a:lnSpc>
              <a:defRPr sz="1100"/>
            </a:lvl3pPr>
            <a:lvl4pPr marL="404813" indent="-115888">
              <a:lnSpc>
                <a:spcPts val="1100"/>
              </a:lnSpc>
              <a:defRPr sz="1000"/>
            </a:lvl4pPr>
            <a:lvl5pPr>
              <a:lnSpc>
                <a:spcPct val="100000"/>
              </a:lnSpc>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18" name="Text Placeholder 7">
            <a:extLst>
              <a:ext uri="{FF2B5EF4-FFF2-40B4-BE49-F238E27FC236}">
                <a16:creationId xmlns:a16="http://schemas.microsoft.com/office/drawing/2014/main" id="{766AF42E-C565-4CFD-A0C6-69ADC5ED724D}"/>
              </a:ext>
            </a:extLst>
          </p:cNvPr>
          <p:cNvSpPr>
            <a:spLocks noGrp="1"/>
          </p:cNvSpPr>
          <p:nvPr>
            <p:ph type="body" sz="quarter" idx="32"/>
          </p:nvPr>
        </p:nvSpPr>
        <p:spPr>
          <a:xfrm>
            <a:off x="6638113" y="1265729"/>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19" name="Text Placeholder 7">
            <a:extLst>
              <a:ext uri="{FF2B5EF4-FFF2-40B4-BE49-F238E27FC236}">
                <a16:creationId xmlns:a16="http://schemas.microsoft.com/office/drawing/2014/main" id="{FEEE7B4B-7781-4178-8912-CB53DC7910B1}"/>
              </a:ext>
            </a:extLst>
          </p:cNvPr>
          <p:cNvSpPr>
            <a:spLocks noGrp="1"/>
          </p:cNvSpPr>
          <p:nvPr>
            <p:ph type="body" sz="quarter" idx="33"/>
          </p:nvPr>
        </p:nvSpPr>
        <p:spPr>
          <a:xfrm>
            <a:off x="9473096" y="1265729"/>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20" name="Text Placeholder 7">
            <a:extLst>
              <a:ext uri="{FF2B5EF4-FFF2-40B4-BE49-F238E27FC236}">
                <a16:creationId xmlns:a16="http://schemas.microsoft.com/office/drawing/2014/main" id="{65D71B9F-4F61-41D4-A7CC-FD63E71DC5A6}"/>
              </a:ext>
            </a:extLst>
          </p:cNvPr>
          <p:cNvSpPr>
            <a:spLocks noGrp="1"/>
          </p:cNvSpPr>
          <p:nvPr>
            <p:ph type="body" sz="quarter" idx="34"/>
          </p:nvPr>
        </p:nvSpPr>
        <p:spPr>
          <a:xfrm>
            <a:off x="6638113" y="2455544"/>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21" name="Text Placeholder 7">
            <a:extLst>
              <a:ext uri="{FF2B5EF4-FFF2-40B4-BE49-F238E27FC236}">
                <a16:creationId xmlns:a16="http://schemas.microsoft.com/office/drawing/2014/main" id="{1BD170B4-C089-4F45-8016-02293706DE36}"/>
              </a:ext>
            </a:extLst>
          </p:cNvPr>
          <p:cNvSpPr>
            <a:spLocks noGrp="1"/>
          </p:cNvSpPr>
          <p:nvPr>
            <p:ph type="body" sz="quarter" idx="35"/>
          </p:nvPr>
        </p:nvSpPr>
        <p:spPr>
          <a:xfrm>
            <a:off x="9473096" y="2455544"/>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22" name="Freeform: Shape 21">
            <a:extLst>
              <a:ext uri="{FF2B5EF4-FFF2-40B4-BE49-F238E27FC236}">
                <a16:creationId xmlns:a16="http://schemas.microsoft.com/office/drawing/2014/main" id="{E1D38B64-120F-4B33-BFE3-9536C55688C0}"/>
              </a:ext>
            </a:extLst>
          </p:cNvPr>
          <p:cNvSpPr>
            <a:spLocks/>
          </p:cNvSpPr>
          <p:nvPr userDrawn="1"/>
        </p:nvSpPr>
        <p:spPr bwMode="auto">
          <a:xfrm>
            <a:off x="0" y="0"/>
            <a:ext cx="6314264" cy="6858000"/>
          </a:xfrm>
          <a:custGeom>
            <a:avLst/>
            <a:gdLst>
              <a:gd name="connsiteX0" fmla="*/ 0 w 6314264"/>
              <a:gd name="connsiteY0" fmla="*/ 0 h 6850062"/>
              <a:gd name="connsiteX1" fmla="*/ 2371778 w 6314264"/>
              <a:gd name="connsiteY1" fmla="*/ 0 h 6850062"/>
              <a:gd name="connsiteX2" fmla="*/ 5821131 w 6314264"/>
              <a:gd name="connsiteY2" fmla="*/ 4462172 h 6850062"/>
              <a:gd name="connsiteX3" fmla="*/ 5967979 w 6314264"/>
              <a:gd name="connsiteY3" fmla="*/ 6737018 h 6850062"/>
              <a:gd name="connsiteX4" fmla="*/ 5901053 w 6314264"/>
              <a:gd name="connsiteY4" fmla="*/ 6850062 h 6850062"/>
              <a:gd name="connsiteX5" fmla="*/ 0 w 6314264"/>
              <a:gd name="connsiteY5" fmla="*/ 6850062 h 6850062"/>
              <a:gd name="connsiteX6" fmla="*/ 0 w 6314264"/>
              <a:gd name="connsiteY6" fmla="*/ 6791481 h 6850062"/>
              <a:gd name="connsiteX7" fmla="*/ 0 w 6314264"/>
              <a:gd name="connsiteY7" fmla="*/ 0 h 685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14264" h="6850062">
                <a:moveTo>
                  <a:pt x="0" y="0"/>
                </a:moveTo>
                <a:cubicBezTo>
                  <a:pt x="0" y="0"/>
                  <a:pt x="0" y="0"/>
                  <a:pt x="2371778" y="0"/>
                </a:cubicBezTo>
                <a:cubicBezTo>
                  <a:pt x="2402328" y="4520519"/>
                  <a:pt x="6334924" y="5918074"/>
                  <a:pt x="5821131" y="4462172"/>
                </a:cubicBezTo>
                <a:cubicBezTo>
                  <a:pt x="6272436" y="4633046"/>
                  <a:pt x="6588349" y="5598554"/>
                  <a:pt x="5967979" y="6737018"/>
                </a:cubicBezTo>
                <a:lnTo>
                  <a:pt x="5901053" y="6850062"/>
                </a:lnTo>
                <a:lnTo>
                  <a:pt x="0" y="6850062"/>
                </a:lnTo>
                <a:lnTo>
                  <a:pt x="0" y="6791481"/>
                </a:lnTo>
                <a:cubicBezTo>
                  <a:pt x="0" y="5305461"/>
                  <a:pt x="0" y="3143977"/>
                  <a:pt x="0" y="0"/>
                </a:cubicBezTo>
                <a:close/>
              </a:path>
            </a:pathLst>
          </a:custGeom>
          <a:solidFill>
            <a:srgbClr val="2C004B"/>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pt-PT"/>
          </a:p>
        </p:txBody>
      </p:sp>
      <p:sp>
        <p:nvSpPr>
          <p:cNvPr id="23" name="Freeform 26">
            <a:extLst>
              <a:ext uri="{FF2B5EF4-FFF2-40B4-BE49-F238E27FC236}">
                <a16:creationId xmlns:a16="http://schemas.microsoft.com/office/drawing/2014/main" id="{B017E329-98D6-4441-B449-FBAD88FAA377}"/>
              </a:ext>
            </a:extLst>
          </p:cNvPr>
          <p:cNvSpPr>
            <a:spLocks/>
          </p:cNvSpPr>
          <p:nvPr userDrawn="1"/>
        </p:nvSpPr>
        <p:spPr bwMode="auto">
          <a:xfrm>
            <a:off x="5688408" y="4703082"/>
            <a:ext cx="414338" cy="339383"/>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9E7"/>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b="1"/>
          </a:p>
        </p:txBody>
      </p:sp>
      <p:sp>
        <p:nvSpPr>
          <p:cNvPr id="24" name="Freeform 27">
            <a:extLst>
              <a:ext uri="{FF2B5EF4-FFF2-40B4-BE49-F238E27FC236}">
                <a16:creationId xmlns:a16="http://schemas.microsoft.com/office/drawing/2014/main" id="{8015E310-A729-4C80-936F-71D663EE6DA7}"/>
              </a:ext>
            </a:extLst>
          </p:cNvPr>
          <p:cNvSpPr>
            <a:spLocks/>
          </p:cNvSpPr>
          <p:nvPr userDrawn="1"/>
        </p:nvSpPr>
        <p:spPr bwMode="auto">
          <a:xfrm>
            <a:off x="5471869" y="4458435"/>
            <a:ext cx="630877" cy="536142"/>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DB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b="1"/>
          </a:p>
        </p:txBody>
      </p:sp>
      <p:sp>
        <p:nvSpPr>
          <p:cNvPr id="25" name="Text Placeholder 7">
            <a:extLst>
              <a:ext uri="{FF2B5EF4-FFF2-40B4-BE49-F238E27FC236}">
                <a16:creationId xmlns:a16="http://schemas.microsoft.com/office/drawing/2014/main" id="{BBB56F29-6918-4BD4-9377-61503A926466}"/>
              </a:ext>
            </a:extLst>
          </p:cNvPr>
          <p:cNvSpPr>
            <a:spLocks noGrp="1"/>
          </p:cNvSpPr>
          <p:nvPr>
            <p:ph type="body" sz="quarter" idx="36"/>
          </p:nvPr>
        </p:nvSpPr>
        <p:spPr>
          <a:xfrm>
            <a:off x="412692" y="4869077"/>
            <a:ext cx="3344087" cy="1088820"/>
          </a:xfrm>
          <a:prstGeom prst="rect">
            <a:avLst/>
          </a:prstGeom>
        </p:spPr>
        <p:txBody>
          <a:bodyPr anchor="b">
            <a:noAutofit/>
          </a:bodyPr>
          <a:lstStyle>
            <a:lvl1pPr>
              <a:lnSpc>
                <a:spcPts val="1600"/>
              </a:lnSpc>
              <a:spcAft>
                <a:spcPts val="0"/>
              </a:spcAft>
              <a:defRPr sz="14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26"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chemeClr val="bg1"/>
                </a:solidFill>
                <a:latin typeface="+mj-lt"/>
                <a:cs typeface="Arial" panose="020B0604020202020204" pitchFamily="34" charset="0"/>
              </a:rPr>
              <a:t>Presentation Title | Author | Date</a:t>
            </a:r>
          </a:p>
        </p:txBody>
      </p:sp>
      <p:sp>
        <p:nvSpPr>
          <p:cNvPr id="27"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17069842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with Shapes - Layout4">
    <p:bg>
      <p:bgRef idx="1001">
        <a:schemeClr val="bg1"/>
      </p:bgRef>
    </p:bg>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9816AFFC-77B8-4D07-A4F8-5D71746F909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9060"/>
          <a:stretch/>
        </p:blipFill>
        <p:spPr>
          <a:xfrm flipH="1">
            <a:off x="0" y="0"/>
            <a:ext cx="6728158" cy="6236668"/>
          </a:xfrm>
          <a:prstGeom prst="rect">
            <a:avLst/>
          </a:prstGeom>
        </p:spPr>
      </p:pic>
      <p:sp>
        <p:nvSpPr>
          <p:cNvPr id="19" name="Text Placeholder 7">
            <a:extLst>
              <a:ext uri="{FF2B5EF4-FFF2-40B4-BE49-F238E27FC236}">
                <a16:creationId xmlns:a16="http://schemas.microsoft.com/office/drawing/2014/main" id="{F44B07A7-FBF2-491D-B0F6-7A5448F53F32}"/>
              </a:ext>
            </a:extLst>
          </p:cNvPr>
          <p:cNvSpPr>
            <a:spLocks noGrp="1"/>
          </p:cNvSpPr>
          <p:nvPr>
            <p:ph type="body" sz="quarter" idx="35" hasCustomPrompt="1"/>
          </p:nvPr>
        </p:nvSpPr>
        <p:spPr>
          <a:xfrm>
            <a:off x="407988" y="2439343"/>
            <a:ext cx="4940178" cy="1008112"/>
          </a:xfrm>
          <a:prstGeom prst="rect">
            <a:avLst/>
          </a:prstGeom>
        </p:spPr>
        <p:txBody>
          <a:bodyPr anchor="t">
            <a:noAutofit/>
          </a:bodyPr>
          <a:lstStyle>
            <a:lvl1pPr algn="l">
              <a:lnSpc>
                <a:spcPts val="1800"/>
              </a:lnSpc>
              <a:spcAft>
                <a:spcPts val="600"/>
              </a:spcAft>
              <a:defRPr sz="16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0" name="Text Placeholder 7">
            <a:extLst>
              <a:ext uri="{FF2B5EF4-FFF2-40B4-BE49-F238E27FC236}">
                <a16:creationId xmlns:a16="http://schemas.microsoft.com/office/drawing/2014/main" id="{6956FD36-565A-4468-BCC4-CB7785266950}"/>
              </a:ext>
            </a:extLst>
          </p:cNvPr>
          <p:cNvSpPr>
            <a:spLocks noGrp="1"/>
          </p:cNvSpPr>
          <p:nvPr>
            <p:ph type="body" sz="quarter" idx="36" hasCustomPrompt="1"/>
          </p:nvPr>
        </p:nvSpPr>
        <p:spPr>
          <a:xfrm>
            <a:off x="7896200" y="1404921"/>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1" name="Text Placeholder 7">
            <a:extLst>
              <a:ext uri="{FF2B5EF4-FFF2-40B4-BE49-F238E27FC236}">
                <a16:creationId xmlns:a16="http://schemas.microsoft.com/office/drawing/2014/main" id="{16278310-82AA-4E47-A510-E54DC245FB2B}"/>
              </a:ext>
            </a:extLst>
          </p:cNvPr>
          <p:cNvSpPr>
            <a:spLocks noGrp="1"/>
          </p:cNvSpPr>
          <p:nvPr>
            <p:ph type="body" sz="quarter" idx="37" hasCustomPrompt="1"/>
          </p:nvPr>
        </p:nvSpPr>
        <p:spPr>
          <a:xfrm>
            <a:off x="7896200" y="5918247"/>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2" name="Text Placeholder 7">
            <a:extLst>
              <a:ext uri="{FF2B5EF4-FFF2-40B4-BE49-F238E27FC236}">
                <a16:creationId xmlns:a16="http://schemas.microsoft.com/office/drawing/2014/main" id="{ABF327CC-2917-45F5-82B2-75A9F742E63A}"/>
              </a:ext>
            </a:extLst>
          </p:cNvPr>
          <p:cNvSpPr>
            <a:spLocks noGrp="1"/>
          </p:cNvSpPr>
          <p:nvPr>
            <p:ph type="body" sz="quarter" idx="38" hasCustomPrompt="1"/>
          </p:nvPr>
        </p:nvSpPr>
        <p:spPr>
          <a:xfrm>
            <a:off x="7896200" y="5015581"/>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3" name="Text Placeholder 7">
            <a:extLst>
              <a:ext uri="{FF2B5EF4-FFF2-40B4-BE49-F238E27FC236}">
                <a16:creationId xmlns:a16="http://schemas.microsoft.com/office/drawing/2014/main" id="{169195DA-4761-45A5-B68F-E20845F04F0C}"/>
              </a:ext>
            </a:extLst>
          </p:cNvPr>
          <p:cNvSpPr>
            <a:spLocks noGrp="1"/>
          </p:cNvSpPr>
          <p:nvPr>
            <p:ph type="body" sz="quarter" idx="39" hasCustomPrompt="1"/>
          </p:nvPr>
        </p:nvSpPr>
        <p:spPr>
          <a:xfrm>
            <a:off x="7896200" y="4112916"/>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4" name="Text Placeholder 7">
            <a:extLst>
              <a:ext uri="{FF2B5EF4-FFF2-40B4-BE49-F238E27FC236}">
                <a16:creationId xmlns:a16="http://schemas.microsoft.com/office/drawing/2014/main" id="{343313FC-7C2A-4C39-A322-E5328A14AED9}"/>
              </a:ext>
            </a:extLst>
          </p:cNvPr>
          <p:cNvSpPr>
            <a:spLocks noGrp="1"/>
          </p:cNvSpPr>
          <p:nvPr>
            <p:ph type="body" sz="quarter" idx="40" hasCustomPrompt="1"/>
          </p:nvPr>
        </p:nvSpPr>
        <p:spPr>
          <a:xfrm>
            <a:off x="7896200" y="3210251"/>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5" name="Text Placeholder 7">
            <a:extLst>
              <a:ext uri="{FF2B5EF4-FFF2-40B4-BE49-F238E27FC236}">
                <a16:creationId xmlns:a16="http://schemas.microsoft.com/office/drawing/2014/main" id="{C9E896F1-84B5-4E7A-BD88-FFAFED8559EB}"/>
              </a:ext>
            </a:extLst>
          </p:cNvPr>
          <p:cNvSpPr>
            <a:spLocks noGrp="1"/>
          </p:cNvSpPr>
          <p:nvPr>
            <p:ph type="body" sz="quarter" idx="41" hasCustomPrompt="1"/>
          </p:nvPr>
        </p:nvSpPr>
        <p:spPr>
          <a:xfrm>
            <a:off x="7896200" y="2307586"/>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1447298"/>
            <a:ext cx="5471988" cy="863600"/>
          </a:xfrm>
          <a:prstGeom prst="rect">
            <a:avLst/>
          </a:prstGeom>
        </p:spPr>
        <p:txBody>
          <a:bodyPr vert="horz" lIns="0" tIns="0" rIns="0" bIns="0" rtlCol="0" anchor="t">
            <a:normAutofit/>
          </a:bodyPr>
          <a:lstStyle>
            <a:lvl1pPr>
              <a:defRPr lang="pt-PT" dirty="0">
                <a:solidFill>
                  <a:schemeClr val="bg1"/>
                </a:solidFill>
              </a:defRPr>
            </a:lvl1pPr>
          </a:lstStyle>
          <a:p>
            <a:pPr lvl="0">
              <a:lnSpc>
                <a:spcPts val="3000"/>
              </a:lnSpc>
            </a:pPr>
            <a:r>
              <a:rPr lang="en-US" dirty="0"/>
              <a:t>Click to add title</a:t>
            </a:r>
            <a:endParaRPr lang="pt-PT" dirty="0"/>
          </a:p>
        </p:txBody>
      </p:sp>
      <p:sp>
        <p:nvSpPr>
          <p:cNvPr id="12"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4" name="Rectangle 27">
            <a:hlinkClick r:id="rId4"/>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5"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606356751"/>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columns with signature circle">
    <p:bg>
      <p:bgRef idx="1001">
        <a:schemeClr val="bg1"/>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6919663-CB01-46C8-8B1A-7D7C5FFB79D0}"/>
              </a:ext>
            </a:extLst>
          </p:cNvPr>
          <p:cNvSpPr/>
          <p:nvPr userDrawn="1"/>
        </p:nvSpPr>
        <p:spPr>
          <a:xfrm>
            <a:off x="998106" y="2708995"/>
            <a:ext cx="3017520" cy="3528293"/>
          </a:xfrm>
          <a:prstGeom prst="rect">
            <a:avLst/>
          </a:prstGeom>
          <a:noFill/>
          <a:ln w="38100">
            <a:solidFill>
              <a:srgbClr val="E6E7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Rectangle 15">
            <a:extLst>
              <a:ext uri="{FF2B5EF4-FFF2-40B4-BE49-F238E27FC236}">
                <a16:creationId xmlns:a16="http://schemas.microsoft.com/office/drawing/2014/main" id="{07A11129-008D-4898-86B9-B6C83562FA3A}"/>
              </a:ext>
            </a:extLst>
          </p:cNvPr>
          <p:cNvSpPr/>
          <p:nvPr userDrawn="1"/>
        </p:nvSpPr>
        <p:spPr>
          <a:xfrm>
            <a:off x="4601266" y="2744279"/>
            <a:ext cx="3017520" cy="3528293"/>
          </a:xfrm>
          <a:prstGeom prst="rect">
            <a:avLst/>
          </a:prstGeom>
          <a:noFill/>
          <a:ln w="38100">
            <a:solidFill>
              <a:srgbClr val="E6E7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7" name="Rectangle 16">
            <a:extLst>
              <a:ext uri="{FF2B5EF4-FFF2-40B4-BE49-F238E27FC236}">
                <a16:creationId xmlns:a16="http://schemas.microsoft.com/office/drawing/2014/main" id="{92D1F7AF-5F53-4627-A1CF-B58FCC387FCC}"/>
              </a:ext>
            </a:extLst>
          </p:cNvPr>
          <p:cNvSpPr/>
          <p:nvPr userDrawn="1"/>
        </p:nvSpPr>
        <p:spPr>
          <a:xfrm>
            <a:off x="8204425" y="2744279"/>
            <a:ext cx="3017520" cy="3528293"/>
          </a:xfrm>
          <a:prstGeom prst="rect">
            <a:avLst/>
          </a:prstGeom>
          <a:noFill/>
          <a:ln w="38100">
            <a:solidFill>
              <a:srgbClr val="E6E7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2" name="Oval 20">
            <a:extLst>
              <a:ext uri="{FF2B5EF4-FFF2-40B4-BE49-F238E27FC236}">
                <a16:creationId xmlns:a16="http://schemas.microsoft.com/office/drawing/2014/main" id="{C5DBDB28-88AB-4F14-9F73-9D7C1E6EE4B1}"/>
              </a:ext>
            </a:extLst>
          </p:cNvPr>
          <p:cNvSpPr/>
          <p:nvPr userDrawn="1"/>
        </p:nvSpPr>
        <p:spPr>
          <a:xfrm>
            <a:off x="8674834" y="1772816"/>
            <a:ext cx="2076703"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 name="Oval 20">
            <a:extLst>
              <a:ext uri="{FF2B5EF4-FFF2-40B4-BE49-F238E27FC236}">
                <a16:creationId xmlns:a16="http://schemas.microsoft.com/office/drawing/2014/main" id="{2F532516-8DF9-44A4-935A-3131E96D437E}"/>
              </a:ext>
            </a:extLst>
          </p:cNvPr>
          <p:cNvSpPr/>
          <p:nvPr userDrawn="1"/>
        </p:nvSpPr>
        <p:spPr>
          <a:xfrm>
            <a:off x="5071675" y="1772816"/>
            <a:ext cx="2076703"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Oval 20">
            <a:extLst>
              <a:ext uri="{FF2B5EF4-FFF2-40B4-BE49-F238E27FC236}">
                <a16:creationId xmlns:a16="http://schemas.microsoft.com/office/drawing/2014/main" id="{41ACABC2-6590-4E4B-9507-376785C34C7E}"/>
              </a:ext>
            </a:extLst>
          </p:cNvPr>
          <p:cNvSpPr/>
          <p:nvPr userDrawn="1"/>
        </p:nvSpPr>
        <p:spPr>
          <a:xfrm>
            <a:off x="1468515" y="1772816"/>
            <a:ext cx="2076703"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800" b="1"/>
          </a:p>
        </p:txBody>
      </p:sp>
      <p:sp>
        <p:nvSpPr>
          <p:cNvPr id="27" name="Text Placeholder 26">
            <a:extLst>
              <a:ext uri="{FF2B5EF4-FFF2-40B4-BE49-F238E27FC236}">
                <a16:creationId xmlns:a16="http://schemas.microsoft.com/office/drawing/2014/main" id="{EE342E13-99A8-4C50-9113-E5C3E8EF275E}"/>
              </a:ext>
            </a:extLst>
          </p:cNvPr>
          <p:cNvSpPr>
            <a:spLocks noGrp="1"/>
          </p:cNvSpPr>
          <p:nvPr>
            <p:ph type="body" sz="quarter" idx="10" hasCustomPrompt="1"/>
          </p:nvPr>
        </p:nvSpPr>
        <p:spPr>
          <a:xfrm>
            <a:off x="1678985" y="2492375"/>
            <a:ext cx="1655762" cy="576263"/>
          </a:xfrm>
          <a:prstGeom prst="rect">
            <a:avLst/>
          </a:prstGeom>
        </p:spPr>
        <p:txBody>
          <a:bodyPr anchor="ctr">
            <a:noAutofit/>
          </a:bodyPr>
          <a:lstStyle>
            <a:lvl1pPr algn="ctr">
              <a:lnSpc>
                <a:spcPts val="3000"/>
              </a:lnSpc>
              <a:defRPr sz="2600" b="1">
                <a:solidFill>
                  <a:schemeClr val="bg1"/>
                </a:solidFill>
              </a:defRPr>
            </a:lvl1pPr>
          </a:lstStyle>
          <a:p>
            <a:pPr lvl="0"/>
            <a:r>
              <a:rPr lang="pt-PT" dirty="0" err="1"/>
              <a:t>xx</a:t>
            </a:r>
            <a:r>
              <a:rPr lang="pt-PT" dirty="0"/>
              <a:t>%</a:t>
            </a:r>
          </a:p>
        </p:txBody>
      </p:sp>
      <p:sp>
        <p:nvSpPr>
          <p:cNvPr id="28" name="Text Placeholder 26">
            <a:extLst>
              <a:ext uri="{FF2B5EF4-FFF2-40B4-BE49-F238E27FC236}">
                <a16:creationId xmlns:a16="http://schemas.microsoft.com/office/drawing/2014/main" id="{28BE06D5-C195-451B-AC35-95E3C649BB59}"/>
              </a:ext>
            </a:extLst>
          </p:cNvPr>
          <p:cNvSpPr>
            <a:spLocks noGrp="1"/>
          </p:cNvSpPr>
          <p:nvPr>
            <p:ph type="body" sz="quarter" idx="11" hasCustomPrompt="1"/>
          </p:nvPr>
        </p:nvSpPr>
        <p:spPr>
          <a:xfrm>
            <a:off x="5282145" y="2492896"/>
            <a:ext cx="1655762" cy="576263"/>
          </a:xfrm>
          <a:prstGeom prst="rect">
            <a:avLst/>
          </a:prstGeom>
        </p:spPr>
        <p:txBody>
          <a:bodyPr anchor="ctr">
            <a:noAutofit/>
          </a:bodyPr>
          <a:lstStyle>
            <a:lvl1pPr algn="ctr">
              <a:lnSpc>
                <a:spcPts val="3000"/>
              </a:lnSpc>
              <a:defRPr sz="2600" b="1">
                <a:solidFill>
                  <a:schemeClr val="bg1"/>
                </a:solidFill>
              </a:defRPr>
            </a:lvl1pPr>
          </a:lstStyle>
          <a:p>
            <a:pPr lvl="0"/>
            <a:r>
              <a:rPr lang="pt-PT" dirty="0" err="1"/>
              <a:t>xx</a:t>
            </a:r>
            <a:r>
              <a:rPr lang="pt-PT" dirty="0"/>
              <a:t>%</a:t>
            </a:r>
          </a:p>
        </p:txBody>
      </p:sp>
      <p:sp>
        <p:nvSpPr>
          <p:cNvPr id="29" name="Text Placeholder 26">
            <a:extLst>
              <a:ext uri="{FF2B5EF4-FFF2-40B4-BE49-F238E27FC236}">
                <a16:creationId xmlns:a16="http://schemas.microsoft.com/office/drawing/2014/main" id="{303436BB-C15C-4765-BFF1-9337F7680429}"/>
              </a:ext>
            </a:extLst>
          </p:cNvPr>
          <p:cNvSpPr>
            <a:spLocks noGrp="1"/>
          </p:cNvSpPr>
          <p:nvPr>
            <p:ph type="body" sz="quarter" idx="12" hasCustomPrompt="1"/>
          </p:nvPr>
        </p:nvSpPr>
        <p:spPr>
          <a:xfrm>
            <a:off x="8885304" y="2465855"/>
            <a:ext cx="1655762" cy="576263"/>
          </a:xfrm>
          <a:prstGeom prst="rect">
            <a:avLst/>
          </a:prstGeom>
        </p:spPr>
        <p:txBody>
          <a:bodyPr anchor="ctr">
            <a:noAutofit/>
          </a:bodyPr>
          <a:lstStyle>
            <a:lvl1pPr algn="ctr">
              <a:lnSpc>
                <a:spcPts val="3000"/>
              </a:lnSpc>
              <a:defRPr sz="2600" b="1">
                <a:solidFill>
                  <a:schemeClr val="bg1"/>
                </a:solidFill>
              </a:defRPr>
            </a:lvl1pPr>
          </a:lstStyle>
          <a:p>
            <a:pPr lvl="0"/>
            <a:r>
              <a:rPr lang="pt-PT" dirty="0" err="1"/>
              <a:t>xx</a:t>
            </a:r>
            <a:r>
              <a:rPr lang="pt-PT" dirty="0"/>
              <a:t>%</a:t>
            </a:r>
          </a:p>
        </p:txBody>
      </p:sp>
      <p:sp>
        <p:nvSpPr>
          <p:cNvPr id="31" name="Text Placeholder 30">
            <a:extLst>
              <a:ext uri="{FF2B5EF4-FFF2-40B4-BE49-F238E27FC236}">
                <a16:creationId xmlns:a16="http://schemas.microsoft.com/office/drawing/2014/main" id="{1162E3C5-6092-4641-B639-FF818E2DB588}"/>
              </a:ext>
            </a:extLst>
          </p:cNvPr>
          <p:cNvSpPr>
            <a:spLocks noGrp="1"/>
          </p:cNvSpPr>
          <p:nvPr>
            <p:ph type="body" sz="quarter" idx="13" hasCustomPrompt="1"/>
          </p:nvPr>
        </p:nvSpPr>
        <p:spPr>
          <a:xfrm>
            <a:off x="1138441" y="4005263"/>
            <a:ext cx="2736850" cy="647700"/>
          </a:xfrm>
          <a:prstGeom prst="rect">
            <a:avLst/>
          </a:prstGeom>
        </p:spPr>
        <p:txBody>
          <a:bodyPr/>
          <a:lstStyle>
            <a:lvl1pPr algn="ctr">
              <a:defRPr/>
            </a:lvl1pPr>
            <a:lvl2pPr marL="457200" indent="0">
              <a:buNone/>
              <a:defRPr/>
            </a:lvl2pPr>
          </a:lstStyle>
          <a:p>
            <a:pPr lvl="0"/>
            <a:r>
              <a:rPr lang="en-US" dirty="0"/>
              <a:t>Click to insert text</a:t>
            </a:r>
          </a:p>
        </p:txBody>
      </p:sp>
      <p:sp>
        <p:nvSpPr>
          <p:cNvPr id="32" name="Text Placeholder 30">
            <a:extLst>
              <a:ext uri="{FF2B5EF4-FFF2-40B4-BE49-F238E27FC236}">
                <a16:creationId xmlns:a16="http://schemas.microsoft.com/office/drawing/2014/main" id="{B4C4A495-4C6A-49E0-8118-A975B2E88321}"/>
              </a:ext>
            </a:extLst>
          </p:cNvPr>
          <p:cNvSpPr>
            <a:spLocks noGrp="1"/>
          </p:cNvSpPr>
          <p:nvPr>
            <p:ph type="body" sz="quarter" idx="14" hasCustomPrompt="1"/>
          </p:nvPr>
        </p:nvSpPr>
        <p:spPr>
          <a:xfrm>
            <a:off x="4741601" y="4005064"/>
            <a:ext cx="2736850" cy="647700"/>
          </a:xfrm>
          <a:prstGeom prst="rect">
            <a:avLst/>
          </a:prstGeom>
        </p:spPr>
        <p:txBody>
          <a:bodyPr/>
          <a:lstStyle>
            <a:lvl1pPr algn="ctr">
              <a:defRPr/>
            </a:lvl1pPr>
            <a:lvl2pPr marL="457200" indent="0">
              <a:buNone/>
              <a:defRPr/>
            </a:lvl2pPr>
          </a:lstStyle>
          <a:p>
            <a:pPr lvl="0"/>
            <a:r>
              <a:rPr lang="en-US" dirty="0"/>
              <a:t>Click to insert text</a:t>
            </a:r>
          </a:p>
        </p:txBody>
      </p:sp>
      <p:sp>
        <p:nvSpPr>
          <p:cNvPr id="33" name="Text Placeholder 30">
            <a:extLst>
              <a:ext uri="{FF2B5EF4-FFF2-40B4-BE49-F238E27FC236}">
                <a16:creationId xmlns:a16="http://schemas.microsoft.com/office/drawing/2014/main" id="{8C784D9E-AFE4-47BA-87D1-E386C20ED64C}"/>
              </a:ext>
            </a:extLst>
          </p:cNvPr>
          <p:cNvSpPr>
            <a:spLocks noGrp="1"/>
          </p:cNvSpPr>
          <p:nvPr>
            <p:ph type="body" sz="quarter" idx="15" hasCustomPrompt="1"/>
          </p:nvPr>
        </p:nvSpPr>
        <p:spPr>
          <a:xfrm>
            <a:off x="8344760" y="4005064"/>
            <a:ext cx="2736850" cy="647700"/>
          </a:xfrm>
          <a:prstGeom prst="rect">
            <a:avLst/>
          </a:prstGeom>
        </p:spPr>
        <p:txBody>
          <a:bodyPr/>
          <a:lstStyle>
            <a:lvl1pPr algn="ctr">
              <a:defRPr/>
            </a:lvl1pPr>
            <a:lvl2pPr marL="457200" indent="0">
              <a:buNone/>
              <a:defRPr/>
            </a:lvl2pPr>
          </a:lstStyle>
          <a:p>
            <a:pPr lvl="0"/>
            <a:r>
              <a:rPr lang="en-US" dirty="0"/>
              <a:t>Click to insert text</a:t>
            </a:r>
          </a:p>
        </p:txBody>
      </p:sp>
      <p:sp>
        <p:nvSpPr>
          <p:cNvPr id="37" name="Text Placeholder 36">
            <a:extLst>
              <a:ext uri="{FF2B5EF4-FFF2-40B4-BE49-F238E27FC236}">
                <a16:creationId xmlns:a16="http://schemas.microsoft.com/office/drawing/2014/main" id="{38EBB49C-19EA-4D54-98F7-9E9FF53FD1B6}"/>
              </a:ext>
            </a:extLst>
          </p:cNvPr>
          <p:cNvSpPr>
            <a:spLocks noGrp="1"/>
          </p:cNvSpPr>
          <p:nvPr>
            <p:ph type="body" sz="quarter" idx="16" hasCustomPrompt="1"/>
          </p:nvPr>
        </p:nvSpPr>
        <p:spPr>
          <a:xfrm>
            <a:off x="8344760" y="4941888"/>
            <a:ext cx="2736850" cy="935037"/>
          </a:xfrm>
          <a:prstGeom prst="rect">
            <a:avLst/>
          </a:prstGeom>
        </p:spPr>
        <p:txBody>
          <a:bodyPr>
            <a:normAutofit/>
          </a:bodyPr>
          <a:lstStyle>
            <a:lvl1pPr>
              <a:defRPr sz="1400"/>
            </a:lvl1pPr>
          </a:lstStyle>
          <a:p>
            <a:pPr lvl="0"/>
            <a:r>
              <a:rPr lang="en-US" dirty="0"/>
              <a:t>Click to insert text</a:t>
            </a:r>
          </a:p>
        </p:txBody>
      </p:sp>
      <p:sp>
        <p:nvSpPr>
          <p:cNvPr id="38" name="Text Placeholder 36">
            <a:extLst>
              <a:ext uri="{FF2B5EF4-FFF2-40B4-BE49-F238E27FC236}">
                <a16:creationId xmlns:a16="http://schemas.microsoft.com/office/drawing/2014/main" id="{914F5F94-C619-4353-985D-517B9A1ED51A}"/>
              </a:ext>
            </a:extLst>
          </p:cNvPr>
          <p:cNvSpPr>
            <a:spLocks noGrp="1"/>
          </p:cNvSpPr>
          <p:nvPr>
            <p:ph type="body" sz="quarter" idx="17" hasCustomPrompt="1"/>
          </p:nvPr>
        </p:nvSpPr>
        <p:spPr>
          <a:xfrm>
            <a:off x="4741601" y="4919315"/>
            <a:ext cx="2736850" cy="935037"/>
          </a:xfrm>
          <a:prstGeom prst="rect">
            <a:avLst/>
          </a:prstGeom>
        </p:spPr>
        <p:txBody>
          <a:bodyPr>
            <a:normAutofit/>
          </a:bodyPr>
          <a:lstStyle>
            <a:lvl1pPr>
              <a:defRPr sz="1400"/>
            </a:lvl1pPr>
          </a:lstStyle>
          <a:p>
            <a:pPr lvl="0"/>
            <a:r>
              <a:rPr lang="en-US" dirty="0"/>
              <a:t>Click to insert text</a:t>
            </a:r>
          </a:p>
        </p:txBody>
      </p:sp>
      <p:sp>
        <p:nvSpPr>
          <p:cNvPr id="39" name="Text Placeholder 36">
            <a:extLst>
              <a:ext uri="{FF2B5EF4-FFF2-40B4-BE49-F238E27FC236}">
                <a16:creationId xmlns:a16="http://schemas.microsoft.com/office/drawing/2014/main" id="{43904984-B2AA-40BC-977A-39D263DD919B}"/>
              </a:ext>
            </a:extLst>
          </p:cNvPr>
          <p:cNvSpPr>
            <a:spLocks noGrp="1"/>
          </p:cNvSpPr>
          <p:nvPr>
            <p:ph type="body" sz="quarter" idx="18" hasCustomPrompt="1"/>
          </p:nvPr>
        </p:nvSpPr>
        <p:spPr>
          <a:xfrm>
            <a:off x="1138441" y="4919315"/>
            <a:ext cx="2736850" cy="935037"/>
          </a:xfrm>
          <a:prstGeom prst="rect">
            <a:avLst/>
          </a:prstGeom>
        </p:spPr>
        <p:txBody>
          <a:bodyPr>
            <a:normAutofit/>
          </a:bodyPr>
          <a:lstStyle>
            <a:lvl1pPr>
              <a:defRPr sz="1400"/>
            </a:lvl1pPr>
          </a:lstStyle>
          <a:p>
            <a:pPr lvl="0"/>
            <a:r>
              <a:rPr lang="en-US" dirty="0"/>
              <a:t>Click to insert text</a:t>
            </a:r>
          </a:p>
        </p:txBody>
      </p:sp>
      <p:sp>
        <p:nvSpPr>
          <p:cNvPr id="18"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9"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22"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79975423"/>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with Shapes - Layout5">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0C01FB-E2BF-4470-A153-6F7BF3CCF3F9}"/>
              </a:ext>
            </a:extLst>
          </p:cNvPr>
          <p:cNvSpPr/>
          <p:nvPr userDrawn="1"/>
        </p:nvSpPr>
        <p:spPr>
          <a:xfrm>
            <a:off x="0" y="4437112"/>
            <a:ext cx="12192000" cy="2420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34" name="Text Placeholder 7">
            <a:extLst>
              <a:ext uri="{FF2B5EF4-FFF2-40B4-BE49-F238E27FC236}">
                <a16:creationId xmlns:a16="http://schemas.microsoft.com/office/drawing/2014/main" id="{A4F8F9B7-22AF-440B-AF0A-78B650932C21}"/>
              </a:ext>
            </a:extLst>
          </p:cNvPr>
          <p:cNvSpPr>
            <a:spLocks noGrp="1"/>
          </p:cNvSpPr>
          <p:nvPr>
            <p:ph type="body" sz="quarter" idx="32" hasCustomPrompt="1"/>
          </p:nvPr>
        </p:nvSpPr>
        <p:spPr>
          <a:xfrm>
            <a:off x="407988" y="1700808"/>
            <a:ext cx="5832475" cy="432048"/>
          </a:xfrm>
          <a:prstGeom prst="rect">
            <a:avLst/>
          </a:prstGeom>
        </p:spPr>
        <p:txBody>
          <a:bodyPr anchor="ctr">
            <a:noAutofit/>
          </a:bodyPr>
          <a:lstStyle>
            <a:lvl1pPr>
              <a:lnSpc>
                <a:spcPts val="2200"/>
              </a:lnSpc>
              <a:spcAft>
                <a:spcPts val="0"/>
              </a:spcAft>
              <a:defRPr sz="180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title</a:t>
            </a:r>
          </a:p>
        </p:txBody>
      </p:sp>
      <p:pic>
        <p:nvPicPr>
          <p:cNvPr id="14" name="Graphic 13">
            <a:extLst>
              <a:ext uri="{FF2B5EF4-FFF2-40B4-BE49-F238E27FC236}">
                <a16:creationId xmlns:a16="http://schemas.microsoft.com/office/drawing/2014/main" id="{CBFCF213-9AB8-422B-8F8D-9F6A01ED15F1}"/>
              </a:ext>
            </a:extLst>
          </p:cNvPr>
          <p:cNvPicPr>
            <a:picLocks noChangeAspect="1"/>
          </p:cNvPicPr>
          <p:nvPr userDrawn="1"/>
        </p:nvPicPr>
        <p:blipFill>
          <a:blip r:embed="rId2">
            <a:extLst>
              <a:ext uri="{96DAC541-7B7A-43D3-8B79-37D633B846F1}">
                <asvg:svgBlip xmlns:asvg="http://schemas.microsoft.com/office/drawing/2016/SVG/main" r:embed="rId3"/>
              </a:ext>
            </a:extLst>
          </a:blip>
          <a:srcRect r="13305" b="8553"/>
          <a:stretch>
            <a:fillRect/>
          </a:stretch>
        </p:blipFill>
        <p:spPr>
          <a:xfrm rot="19314106">
            <a:off x="10091405" y="-166653"/>
            <a:ext cx="3522628" cy="5177025"/>
          </a:xfrm>
          <a:custGeom>
            <a:avLst/>
            <a:gdLst>
              <a:gd name="connsiteX0" fmla="*/ 3522628 w 3522628"/>
              <a:gd name="connsiteY0" fmla="*/ 891962 h 5177025"/>
              <a:gd name="connsiteX1" fmla="*/ 162923 w 3522628"/>
              <a:gd name="connsiteY1" fmla="*/ 5177025 h 5177025"/>
              <a:gd name="connsiteX2" fmla="*/ 0 w 3522628"/>
              <a:gd name="connsiteY2" fmla="*/ 5049285 h 5177025"/>
              <a:gd name="connsiteX3" fmla="*/ 0 w 3522628"/>
              <a:gd name="connsiteY3" fmla="*/ 1923687 h 5177025"/>
              <a:gd name="connsiteX4" fmla="*/ 1508267 w 3522628"/>
              <a:gd name="connsiteY4" fmla="*/ 0 h 5177025"/>
              <a:gd name="connsiteX5" fmla="*/ 2384994 w 3522628"/>
              <a:gd name="connsiteY5" fmla="*/ 0 h 5177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22628" h="5177025">
                <a:moveTo>
                  <a:pt x="3522628" y="891962"/>
                </a:moveTo>
                <a:lnTo>
                  <a:pt x="162923" y="5177025"/>
                </a:lnTo>
                <a:lnTo>
                  <a:pt x="0" y="5049285"/>
                </a:lnTo>
                <a:lnTo>
                  <a:pt x="0" y="1923687"/>
                </a:lnTo>
                <a:lnTo>
                  <a:pt x="1508267" y="0"/>
                </a:lnTo>
                <a:lnTo>
                  <a:pt x="2384994" y="0"/>
                </a:lnTo>
                <a:close/>
              </a:path>
            </a:pathLst>
          </a:custGeom>
        </p:spPr>
      </p:pic>
      <p:sp>
        <p:nvSpPr>
          <p:cNvPr id="40" name="Text Placeholder 7">
            <a:extLst>
              <a:ext uri="{FF2B5EF4-FFF2-40B4-BE49-F238E27FC236}">
                <a16:creationId xmlns:a16="http://schemas.microsoft.com/office/drawing/2014/main" id="{6343BDF6-D0DB-4726-8EA9-DA3DE0DFDE11}"/>
              </a:ext>
            </a:extLst>
          </p:cNvPr>
          <p:cNvSpPr>
            <a:spLocks noGrp="1"/>
          </p:cNvSpPr>
          <p:nvPr>
            <p:ph type="body" sz="quarter" idx="35" hasCustomPrompt="1"/>
          </p:nvPr>
        </p:nvSpPr>
        <p:spPr>
          <a:xfrm>
            <a:off x="618009" y="5585038"/>
            <a:ext cx="1692449" cy="432048"/>
          </a:xfrm>
          <a:prstGeom prst="rect">
            <a:avLst/>
          </a:prstGeom>
        </p:spPr>
        <p:txBody>
          <a:bodyPr anchor="ctr">
            <a:noAutofit/>
          </a:bodyPr>
          <a:lstStyle>
            <a:lvl1pPr algn="ctr">
              <a:lnSpc>
                <a:spcPts val="1400"/>
              </a:lnSpc>
              <a:spcAft>
                <a:spcPts val="0"/>
              </a:spcAft>
              <a:defRPr sz="13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1" name="Text Placeholder 7">
            <a:extLst>
              <a:ext uri="{FF2B5EF4-FFF2-40B4-BE49-F238E27FC236}">
                <a16:creationId xmlns:a16="http://schemas.microsoft.com/office/drawing/2014/main" id="{3B423489-C448-4223-A3F1-FAB0DF95C7E0}"/>
              </a:ext>
            </a:extLst>
          </p:cNvPr>
          <p:cNvSpPr>
            <a:spLocks noGrp="1"/>
          </p:cNvSpPr>
          <p:nvPr>
            <p:ph type="body" sz="quarter" idx="36" hasCustomPrompt="1"/>
          </p:nvPr>
        </p:nvSpPr>
        <p:spPr>
          <a:xfrm>
            <a:off x="2511156" y="5585038"/>
            <a:ext cx="1692449" cy="432048"/>
          </a:xfrm>
          <a:prstGeom prst="rect">
            <a:avLst/>
          </a:prstGeom>
        </p:spPr>
        <p:txBody>
          <a:bodyPr anchor="ctr">
            <a:noAutofit/>
          </a:bodyPr>
          <a:lstStyle>
            <a:lvl1pPr algn="ctr">
              <a:lnSpc>
                <a:spcPts val="1400"/>
              </a:lnSpc>
              <a:spcAft>
                <a:spcPts val="0"/>
              </a:spcAft>
              <a:defRPr sz="13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2" name="Text Placeholder 7">
            <a:extLst>
              <a:ext uri="{FF2B5EF4-FFF2-40B4-BE49-F238E27FC236}">
                <a16:creationId xmlns:a16="http://schemas.microsoft.com/office/drawing/2014/main" id="{415D3B99-29BD-4D4A-BD25-28628B5AD295}"/>
              </a:ext>
            </a:extLst>
          </p:cNvPr>
          <p:cNvSpPr>
            <a:spLocks noGrp="1"/>
          </p:cNvSpPr>
          <p:nvPr>
            <p:ph type="body" sz="quarter" idx="37" hasCustomPrompt="1"/>
          </p:nvPr>
        </p:nvSpPr>
        <p:spPr>
          <a:xfrm>
            <a:off x="4404303" y="5585038"/>
            <a:ext cx="1692449" cy="432048"/>
          </a:xfrm>
          <a:prstGeom prst="rect">
            <a:avLst/>
          </a:prstGeom>
        </p:spPr>
        <p:txBody>
          <a:bodyPr anchor="ctr">
            <a:noAutofit/>
          </a:bodyPr>
          <a:lstStyle>
            <a:lvl1pPr algn="ctr">
              <a:lnSpc>
                <a:spcPts val="1400"/>
              </a:lnSpc>
              <a:spcAft>
                <a:spcPts val="0"/>
              </a:spcAft>
              <a:defRPr sz="13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3" name="Text Placeholder 7">
            <a:extLst>
              <a:ext uri="{FF2B5EF4-FFF2-40B4-BE49-F238E27FC236}">
                <a16:creationId xmlns:a16="http://schemas.microsoft.com/office/drawing/2014/main" id="{FB92CCBF-AD9B-4B1F-81E0-1F58CD476991}"/>
              </a:ext>
            </a:extLst>
          </p:cNvPr>
          <p:cNvSpPr>
            <a:spLocks noGrp="1"/>
          </p:cNvSpPr>
          <p:nvPr>
            <p:ph type="body" sz="quarter" idx="38" hasCustomPrompt="1"/>
          </p:nvPr>
        </p:nvSpPr>
        <p:spPr>
          <a:xfrm>
            <a:off x="6297450" y="5585038"/>
            <a:ext cx="1692449" cy="432048"/>
          </a:xfrm>
          <a:prstGeom prst="rect">
            <a:avLst/>
          </a:prstGeom>
        </p:spPr>
        <p:txBody>
          <a:bodyPr anchor="ctr">
            <a:noAutofit/>
          </a:bodyPr>
          <a:lstStyle>
            <a:lvl1pPr algn="ctr">
              <a:lnSpc>
                <a:spcPts val="1400"/>
              </a:lnSpc>
              <a:spcAft>
                <a:spcPts val="0"/>
              </a:spcAft>
              <a:defRPr sz="13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4" name="Text Placeholder 7">
            <a:extLst>
              <a:ext uri="{FF2B5EF4-FFF2-40B4-BE49-F238E27FC236}">
                <a16:creationId xmlns:a16="http://schemas.microsoft.com/office/drawing/2014/main" id="{429263E9-C628-4DAE-AAF4-D4C456E5A7F2}"/>
              </a:ext>
            </a:extLst>
          </p:cNvPr>
          <p:cNvSpPr>
            <a:spLocks noGrp="1"/>
          </p:cNvSpPr>
          <p:nvPr>
            <p:ph type="body" sz="quarter" idx="39" hasCustomPrompt="1"/>
          </p:nvPr>
        </p:nvSpPr>
        <p:spPr>
          <a:xfrm>
            <a:off x="8190597" y="5585038"/>
            <a:ext cx="1692449" cy="432048"/>
          </a:xfrm>
          <a:prstGeom prst="rect">
            <a:avLst/>
          </a:prstGeom>
        </p:spPr>
        <p:txBody>
          <a:bodyPr anchor="ctr">
            <a:noAutofit/>
          </a:bodyPr>
          <a:lstStyle>
            <a:lvl1pPr algn="ctr">
              <a:lnSpc>
                <a:spcPts val="1400"/>
              </a:lnSpc>
              <a:spcAft>
                <a:spcPts val="0"/>
              </a:spcAft>
              <a:defRPr sz="13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5" name="Text Placeholder 7">
            <a:extLst>
              <a:ext uri="{FF2B5EF4-FFF2-40B4-BE49-F238E27FC236}">
                <a16:creationId xmlns:a16="http://schemas.microsoft.com/office/drawing/2014/main" id="{266B7D82-19EF-4C8A-8D75-AEA2758E426F}"/>
              </a:ext>
            </a:extLst>
          </p:cNvPr>
          <p:cNvSpPr>
            <a:spLocks noGrp="1"/>
          </p:cNvSpPr>
          <p:nvPr>
            <p:ph type="body" sz="quarter" idx="40"/>
          </p:nvPr>
        </p:nvSpPr>
        <p:spPr>
          <a:xfrm>
            <a:off x="10083744" y="5585038"/>
            <a:ext cx="1692449" cy="432048"/>
          </a:xfrm>
          <a:prstGeom prst="rect">
            <a:avLst/>
          </a:prstGeom>
        </p:spPr>
        <p:txBody>
          <a:bodyPr anchor="ctr">
            <a:noAutofit/>
          </a:bodyPr>
          <a:lstStyle>
            <a:lvl1pPr algn="r">
              <a:lnSpc>
                <a:spcPts val="1600"/>
              </a:lnSpc>
              <a:defRPr sz="1400" b="1">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6"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8" name="Rectangle 27">
            <a:hlinkClick r:id="rId4"/>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20" name="Text Placeholder 7">
            <a:extLst>
              <a:ext uri="{FF2B5EF4-FFF2-40B4-BE49-F238E27FC236}">
                <a16:creationId xmlns:a16="http://schemas.microsoft.com/office/drawing/2014/main" id="{9228FC83-C11D-47F2-8BDE-B10D125E5E87}"/>
              </a:ext>
            </a:extLst>
          </p:cNvPr>
          <p:cNvSpPr>
            <a:spLocks noGrp="1"/>
          </p:cNvSpPr>
          <p:nvPr>
            <p:ph type="body" sz="quarter" idx="41" hasCustomPrompt="1"/>
          </p:nvPr>
        </p:nvSpPr>
        <p:spPr>
          <a:xfrm>
            <a:off x="426488" y="2326856"/>
            <a:ext cx="3149232"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1" name="Text Placeholder 7">
            <a:extLst>
              <a:ext uri="{FF2B5EF4-FFF2-40B4-BE49-F238E27FC236}">
                <a16:creationId xmlns:a16="http://schemas.microsoft.com/office/drawing/2014/main" id="{9228FC83-C11D-47F2-8BDE-B10D125E5E87}"/>
              </a:ext>
            </a:extLst>
          </p:cNvPr>
          <p:cNvSpPr>
            <a:spLocks noGrp="1"/>
          </p:cNvSpPr>
          <p:nvPr>
            <p:ph type="body" sz="quarter" idx="42" hasCustomPrompt="1"/>
          </p:nvPr>
        </p:nvSpPr>
        <p:spPr>
          <a:xfrm>
            <a:off x="3860688" y="2326856"/>
            <a:ext cx="3149232"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2" name="Text Placeholder 7">
            <a:extLst>
              <a:ext uri="{FF2B5EF4-FFF2-40B4-BE49-F238E27FC236}">
                <a16:creationId xmlns:a16="http://schemas.microsoft.com/office/drawing/2014/main" id="{9228FC83-C11D-47F2-8BDE-B10D125E5E87}"/>
              </a:ext>
            </a:extLst>
          </p:cNvPr>
          <p:cNvSpPr>
            <a:spLocks noGrp="1"/>
          </p:cNvSpPr>
          <p:nvPr>
            <p:ph type="body" sz="quarter" idx="43" hasCustomPrompt="1"/>
          </p:nvPr>
        </p:nvSpPr>
        <p:spPr>
          <a:xfrm>
            <a:off x="7294887" y="2326856"/>
            <a:ext cx="3149232"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pic>
        <p:nvPicPr>
          <p:cNvPr id="23"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1836" t="-4713" b="16530"/>
          <a:stretch/>
        </p:blipFill>
        <p:spPr>
          <a:xfrm>
            <a:off x="11547793" y="188640"/>
            <a:ext cx="424356" cy="459624"/>
          </a:xfrm>
          <a:prstGeom prst="rect">
            <a:avLst/>
          </a:prstGeom>
        </p:spPr>
      </p:pic>
      <p:cxnSp>
        <p:nvCxnSpPr>
          <p:cNvPr id="24" name="Straight Connector 23">
            <a:extLst>
              <a:ext uri="{FF2B5EF4-FFF2-40B4-BE49-F238E27FC236}">
                <a16:creationId xmlns:a16="http://schemas.microsoft.com/office/drawing/2014/main" id="{0FF5023A-0693-40EF-A144-6A5D8AD8789F}"/>
              </a:ext>
            </a:extLst>
          </p:cNvPr>
          <p:cNvCxnSpPr>
            <a:cxnSpLocks/>
          </p:cNvCxnSpPr>
          <p:nvPr userDrawn="1"/>
        </p:nvCxnSpPr>
        <p:spPr>
          <a:xfrm>
            <a:off x="407988" y="2235647"/>
            <a:ext cx="10036131" cy="0"/>
          </a:xfrm>
          <a:prstGeom prst="line">
            <a:avLst/>
          </a:prstGeom>
          <a:solidFill>
            <a:schemeClr val="tx1"/>
          </a:solidFill>
          <a:ln w="47625" cap="flat">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5450993"/>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rganization Chart">
    <p:bg>
      <p:bgRef idx="1001">
        <a:schemeClr val="bg1"/>
      </p:bgRef>
    </p:bg>
    <p:spTree>
      <p:nvGrpSpPr>
        <p:cNvPr id="1" name=""/>
        <p:cNvGrpSpPr/>
        <p:nvPr/>
      </p:nvGrpSpPr>
      <p:grpSpPr>
        <a:xfrm>
          <a:off x="0" y="0"/>
          <a:ext cx="0" cy="0"/>
          <a:chOff x="0" y="0"/>
          <a:chExt cx="0" cy="0"/>
        </a:xfrm>
      </p:grpSpPr>
      <p:sp>
        <p:nvSpPr>
          <p:cNvPr id="42" name="Text Placeholder 7">
            <a:extLst>
              <a:ext uri="{FF2B5EF4-FFF2-40B4-BE49-F238E27FC236}">
                <a16:creationId xmlns:a16="http://schemas.microsoft.com/office/drawing/2014/main" id="{5889F4BD-9B8F-420C-96FD-C732EE0EE6BD}"/>
              </a:ext>
            </a:extLst>
          </p:cNvPr>
          <p:cNvSpPr>
            <a:spLocks noGrp="1"/>
          </p:cNvSpPr>
          <p:nvPr>
            <p:ph type="body" sz="quarter" idx="38" hasCustomPrompt="1"/>
          </p:nvPr>
        </p:nvSpPr>
        <p:spPr>
          <a:xfrm>
            <a:off x="666750" y="5733255"/>
            <a:ext cx="1939924" cy="504056"/>
          </a:xfrm>
          <a:prstGeom prst="rect">
            <a:avLst/>
          </a:prstGeom>
          <a:solidFill>
            <a:srgbClr val="E6E7E7"/>
          </a:solidFill>
        </p:spPr>
        <p:txBody>
          <a:bodyPr anchor="ctr">
            <a:noAutofit/>
          </a:bodyPr>
          <a:lstStyle>
            <a:lvl1pPr algn="ctr">
              <a:lnSpc>
                <a:spcPts val="1400"/>
              </a:lnSpc>
              <a:spcBef>
                <a:spcPts val="0"/>
              </a:spcBef>
              <a:spcAft>
                <a:spcPts val="0"/>
              </a:spcAft>
              <a:defRPr sz="1200" b="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3" name="Text Placeholder 7">
            <a:extLst>
              <a:ext uri="{FF2B5EF4-FFF2-40B4-BE49-F238E27FC236}">
                <a16:creationId xmlns:a16="http://schemas.microsoft.com/office/drawing/2014/main" id="{E26F6CC5-0FBD-4B39-8067-DA4CA3D08DF5}"/>
              </a:ext>
            </a:extLst>
          </p:cNvPr>
          <p:cNvSpPr>
            <a:spLocks noGrp="1"/>
          </p:cNvSpPr>
          <p:nvPr>
            <p:ph type="body" sz="quarter" idx="39" hasCustomPrompt="1"/>
          </p:nvPr>
        </p:nvSpPr>
        <p:spPr>
          <a:xfrm>
            <a:off x="2794164" y="5737641"/>
            <a:ext cx="1939924" cy="504056"/>
          </a:xfrm>
          <a:prstGeom prst="rect">
            <a:avLst/>
          </a:prstGeom>
          <a:solidFill>
            <a:srgbClr val="E6E7E7"/>
          </a:solidFill>
        </p:spPr>
        <p:txBody>
          <a:bodyPr anchor="ctr">
            <a:noAutofit/>
          </a:bodyPr>
          <a:lstStyle>
            <a:lvl1pPr algn="ctr">
              <a:lnSpc>
                <a:spcPts val="1400"/>
              </a:lnSpc>
              <a:spcBef>
                <a:spcPts val="0"/>
              </a:spcBef>
              <a:spcAft>
                <a:spcPts val="0"/>
              </a:spcAft>
              <a:defRPr sz="1200" b="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4" name="Text Placeholder 7">
            <a:extLst>
              <a:ext uri="{FF2B5EF4-FFF2-40B4-BE49-F238E27FC236}">
                <a16:creationId xmlns:a16="http://schemas.microsoft.com/office/drawing/2014/main" id="{6D83DCD9-FC24-4ACE-8B52-269E78EA5154}"/>
              </a:ext>
            </a:extLst>
          </p:cNvPr>
          <p:cNvSpPr>
            <a:spLocks noGrp="1"/>
          </p:cNvSpPr>
          <p:nvPr>
            <p:ph type="body" sz="quarter" idx="40" hasCustomPrompt="1"/>
          </p:nvPr>
        </p:nvSpPr>
        <p:spPr>
          <a:xfrm>
            <a:off x="4927473" y="5737641"/>
            <a:ext cx="1939924" cy="504056"/>
          </a:xfrm>
          <a:prstGeom prst="rect">
            <a:avLst/>
          </a:prstGeom>
          <a:solidFill>
            <a:srgbClr val="E6E7E7"/>
          </a:solidFill>
        </p:spPr>
        <p:txBody>
          <a:bodyPr anchor="ctr">
            <a:noAutofit/>
          </a:bodyPr>
          <a:lstStyle>
            <a:lvl1pPr algn="ctr">
              <a:lnSpc>
                <a:spcPts val="1400"/>
              </a:lnSpc>
              <a:spcBef>
                <a:spcPts val="0"/>
              </a:spcBef>
              <a:spcAft>
                <a:spcPts val="0"/>
              </a:spcAft>
              <a:defRPr sz="1200" b="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5" name="Text Placeholder 7">
            <a:extLst>
              <a:ext uri="{FF2B5EF4-FFF2-40B4-BE49-F238E27FC236}">
                <a16:creationId xmlns:a16="http://schemas.microsoft.com/office/drawing/2014/main" id="{75441542-8C67-4120-B77E-FF0148E22F4B}"/>
              </a:ext>
            </a:extLst>
          </p:cNvPr>
          <p:cNvSpPr>
            <a:spLocks noGrp="1"/>
          </p:cNvSpPr>
          <p:nvPr>
            <p:ph type="body" sz="quarter" idx="41" hasCustomPrompt="1"/>
          </p:nvPr>
        </p:nvSpPr>
        <p:spPr>
          <a:xfrm>
            <a:off x="7060200" y="5733156"/>
            <a:ext cx="1939924" cy="504056"/>
          </a:xfrm>
          <a:prstGeom prst="rect">
            <a:avLst/>
          </a:prstGeom>
          <a:solidFill>
            <a:srgbClr val="E6E7E7"/>
          </a:solidFill>
        </p:spPr>
        <p:txBody>
          <a:bodyPr anchor="ctr">
            <a:noAutofit/>
          </a:bodyPr>
          <a:lstStyle>
            <a:lvl1pPr algn="ctr">
              <a:lnSpc>
                <a:spcPts val="1400"/>
              </a:lnSpc>
              <a:spcBef>
                <a:spcPts val="0"/>
              </a:spcBef>
              <a:spcAft>
                <a:spcPts val="0"/>
              </a:spcAft>
              <a:defRPr sz="1200" b="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6" name="Text Placeholder 7">
            <a:extLst>
              <a:ext uri="{FF2B5EF4-FFF2-40B4-BE49-F238E27FC236}">
                <a16:creationId xmlns:a16="http://schemas.microsoft.com/office/drawing/2014/main" id="{B4323275-6F19-499D-9A1B-2C56B8029E99}"/>
              </a:ext>
            </a:extLst>
          </p:cNvPr>
          <p:cNvSpPr>
            <a:spLocks noGrp="1"/>
          </p:cNvSpPr>
          <p:nvPr>
            <p:ph type="body" sz="quarter" idx="42" hasCustomPrompt="1"/>
          </p:nvPr>
        </p:nvSpPr>
        <p:spPr>
          <a:xfrm>
            <a:off x="9192926" y="5733156"/>
            <a:ext cx="1939924" cy="504056"/>
          </a:xfrm>
          <a:prstGeom prst="rect">
            <a:avLst/>
          </a:prstGeom>
          <a:solidFill>
            <a:srgbClr val="E6E7E7"/>
          </a:solidFill>
        </p:spPr>
        <p:txBody>
          <a:bodyPr anchor="ctr">
            <a:noAutofit/>
          </a:bodyPr>
          <a:lstStyle>
            <a:lvl1pPr algn="ctr">
              <a:lnSpc>
                <a:spcPts val="1400"/>
              </a:lnSpc>
              <a:spcBef>
                <a:spcPts val="0"/>
              </a:spcBef>
              <a:spcAft>
                <a:spcPts val="0"/>
              </a:spcAft>
              <a:defRPr sz="1200" b="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39" name="Text Placeholder 7">
            <a:extLst>
              <a:ext uri="{FF2B5EF4-FFF2-40B4-BE49-F238E27FC236}">
                <a16:creationId xmlns:a16="http://schemas.microsoft.com/office/drawing/2014/main" id="{5AAEF36F-2753-4DC6-898C-49B56113E4F4}"/>
              </a:ext>
            </a:extLst>
          </p:cNvPr>
          <p:cNvSpPr>
            <a:spLocks noGrp="1"/>
          </p:cNvSpPr>
          <p:nvPr>
            <p:ph type="body" sz="quarter" idx="37" hasCustomPrompt="1"/>
          </p:nvPr>
        </p:nvSpPr>
        <p:spPr>
          <a:xfrm>
            <a:off x="3647728" y="1958081"/>
            <a:ext cx="1440160" cy="1152128"/>
          </a:xfrm>
          <a:prstGeom prst="rect">
            <a:avLst/>
          </a:prstGeom>
          <a:solidFill>
            <a:srgbClr val="0070AD"/>
          </a:solidFill>
        </p:spPr>
        <p:txBody>
          <a:bodyPr rIns="0" anchor="ctr">
            <a:noAutofit/>
          </a:bodyPr>
          <a:lstStyle>
            <a:lvl1pPr algn="ctr">
              <a:lnSpc>
                <a:spcPts val="1800"/>
              </a:lnSpc>
              <a:spcBef>
                <a:spcPts val="0"/>
              </a:spcBef>
              <a:spcAft>
                <a:spcPts val="0"/>
              </a:spcAft>
              <a:defRPr sz="1600" b="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Insert Group Name</a:t>
            </a:r>
          </a:p>
        </p:txBody>
      </p:sp>
      <p:sp>
        <p:nvSpPr>
          <p:cNvPr id="37" name="Text Placeholder 7">
            <a:extLst>
              <a:ext uri="{FF2B5EF4-FFF2-40B4-BE49-F238E27FC236}">
                <a16:creationId xmlns:a16="http://schemas.microsoft.com/office/drawing/2014/main" id="{AD94FF36-F4B8-4ED6-BB44-FDBFDBFA2A1C}"/>
              </a:ext>
            </a:extLst>
          </p:cNvPr>
          <p:cNvSpPr>
            <a:spLocks noGrp="1"/>
          </p:cNvSpPr>
          <p:nvPr>
            <p:ph type="body" sz="quarter" idx="35" hasCustomPrompt="1"/>
          </p:nvPr>
        </p:nvSpPr>
        <p:spPr>
          <a:xfrm>
            <a:off x="6384032" y="3428999"/>
            <a:ext cx="1440160" cy="1152128"/>
          </a:xfrm>
          <a:prstGeom prst="rect">
            <a:avLst/>
          </a:prstGeom>
          <a:solidFill>
            <a:srgbClr val="12ABDB"/>
          </a:solidFill>
        </p:spPr>
        <p:txBody>
          <a:bodyPr rIns="0" anchor="ctr">
            <a:noAutofit/>
          </a:bodyPr>
          <a:lstStyle>
            <a:lvl1pPr algn="ctr">
              <a:lnSpc>
                <a:spcPts val="1800"/>
              </a:lnSpc>
              <a:spcBef>
                <a:spcPts val="0"/>
              </a:spcBef>
              <a:spcAft>
                <a:spcPts val="0"/>
              </a:spcAft>
              <a:defRPr sz="1600" b="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Insert Group Name</a:t>
            </a:r>
          </a:p>
        </p:txBody>
      </p:sp>
      <p:sp>
        <p:nvSpPr>
          <p:cNvPr id="8" name="Rectangle 7">
            <a:extLst>
              <a:ext uri="{FF2B5EF4-FFF2-40B4-BE49-F238E27FC236}">
                <a16:creationId xmlns:a16="http://schemas.microsoft.com/office/drawing/2014/main" id="{404E50B0-1D58-4F15-A351-E3515806816D}"/>
              </a:ext>
            </a:extLst>
          </p:cNvPr>
          <p:cNvSpPr/>
          <p:nvPr/>
        </p:nvSpPr>
        <p:spPr>
          <a:xfrm>
            <a:off x="3589947" y="1916832"/>
            <a:ext cx="5012107" cy="123010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kern="0">
              <a:solidFill>
                <a:srgbClr val="FFFFFF"/>
              </a:solidFill>
              <a:sym typeface="Arial"/>
            </a:endParaRPr>
          </a:p>
        </p:txBody>
      </p:sp>
      <p:sp>
        <p:nvSpPr>
          <p:cNvPr id="12" name="Rectangle 11">
            <a:extLst>
              <a:ext uri="{FF2B5EF4-FFF2-40B4-BE49-F238E27FC236}">
                <a16:creationId xmlns:a16="http://schemas.microsoft.com/office/drawing/2014/main" id="{AE59D603-4EF9-47FC-B148-3573A831D791}"/>
              </a:ext>
            </a:extLst>
          </p:cNvPr>
          <p:cNvSpPr/>
          <p:nvPr/>
        </p:nvSpPr>
        <p:spPr>
          <a:xfrm>
            <a:off x="6337816" y="3389316"/>
            <a:ext cx="5012107" cy="123010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kern="0">
              <a:solidFill>
                <a:srgbClr val="FFFFFF"/>
              </a:solidFill>
              <a:sym typeface="Arial"/>
            </a:endParaRPr>
          </a:p>
        </p:txBody>
      </p:sp>
      <p:sp>
        <p:nvSpPr>
          <p:cNvPr id="16" name="Rectangle 15">
            <a:extLst>
              <a:ext uri="{FF2B5EF4-FFF2-40B4-BE49-F238E27FC236}">
                <a16:creationId xmlns:a16="http://schemas.microsoft.com/office/drawing/2014/main" id="{58AC5158-E8A1-44A7-8617-AC56F0DD1719}"/>
              </a:ext>
            </a:extLst>
          </p:cNvPr>
          <p:cNvSpPr/>
          <p:nvPr/>
        </p:nvSpPr>
        <p:spPr>
          <a:xfrm>
            <a:off x="839788" y="3389316"/>
            <a:ext cx="5012107" cy="123010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kern="0">
              <a:solidFill>
                <a:srgbClr val="FFFFFF"/>
              </a:solidFill>
              <a:sym typeface="Arial"/>
            </a:endParaRPr>
          </a:p>
        </p:txBody>
      </p:sp>
      <p:sp>
        <p:nvSpPr>
          <p:cNvPr id="17" name="TextBox 16">
            <a:extLst>
              <a:ext uri="{FF2B5EF4-FFF2-40B4-BE49-F238E27FC236}">
                <a16:creationId xmlns:a16="http://schemas.microsoft.com/office/drawing/2014/main" id="{C761E736-25EA-4914-A717-28A039625E8C}"/>
              </a:ext>
            </a:extLst>
          </p:cNvPr>
          <p:cNvSpPr txBox="1"/>
          <p:nvPr/>
        </p:nvSpPr>
        <p:spPr>
          <a:xfrm>
            <a:off x="883343" y="3711981"/>
            <a:ext cx="1239750" cy="510909"/>
          </a:xfrm>
          <a:prstGeom prst="rect">
            <a:avLst/>
          </a:prstGeom>
          <a:noFill/>
        </p:spPr>
        <p:txBody>
          <a:bodyPr wrap="square" rtlCol="0">
            <a:spAutoFit/>
          </a:bodyPr>
          <a:lstStyle/>
          <a:p>
            <a:pPr algn="r">
              <a:lnSpc>
                <a:spcPct val="85000"/>
              </a:lnSpc>
            </a:pPr>
            <a:r>
              <a:rPr lang="en-US" sz="1600" b="1" kern="0" dirty="0">
                <a:solidFill>
                  <a:schemeClr val="bg1"/>
                </a:solidFill>
                <a:latin typeface="+mj-lt"/>
                <a:ea typeface="Georgia" charset="0"/>
                <a:cs typeface="Georgia" charset="0"/>
                <a:sym typeface="Arial"/>
              </a:rPr>
              <a:t>Group Name</a:t>
            </a:r>
          </a:p>
        </p:txBody>
      </p:sp>
      <p:cxnSp>
        <p:nvCxnSpPr>
          <p:cNvPr id="19" name="Straight Connector 18">
            <a:extLst>
              <a:ext uri="{FF2B5EF4-FFF2-40B4-BE49-F238E27FC236}">
                <a16:creationId xmlns:a16="http://schemas.microsoft.com/office/drawing/2014/main" id="{A898D83E-9F4A-4269-9BEB-326164B60B7C}"/>
              </a:ext>
            </a:extLst>
          </p:cNvPr>
          <p:cNvCxnSpPr>
            <a:cxnSpLocks/>
          </p:cNvCxnSpPr>
          <p:nvPr userDrawn="1"/>
        </p:nvCxnSpPr>
        <p:spPr>
          <a:xfrm>
            <a:off x="4367808" y="3160017"/>
            <a:ext cx="0" cy="21602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87D369E-74E6-4DE1-ADB0-EB6EF05664B8}"/>
              </a:ext>
            </a:extLst>
          </p:cNvPr>
          <p:cNvCxnSpPr>
            <a:cxnSpLocks/>
          </p:cNvCxnSpPr>
          <p:nvPr userDrawn="1"/>
        </p:nvCxnSpPr>
        <p:spPr>
          <a:xfrm>
            <a:off x="7104112" y="3160017"/>
            <a:ext cx="0" cy="21602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7AB8857-3B0E-4067-BC64-A4C0AE330199}"/>
              </a:ext>
            </a:extLst>
          </p:cNvPr>
          <p:cNvCxnSpPr>
            <a:cxnSpLocks/>
          </p:cNvCxnSpPr>
          <p:nvPr userDrawn="1"/>
        </p:nvCxnSpPr>
        <p:spPr>
          <a:xfrm>
            <a:off x="5879976" y="4004369"/>
            <a:ext cx="43204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38843B7-B08D-445C-8E69-55E9ADD60136}"/>
              </a:ext>
            </a:extLst>
          </p:cNvPr>
          <p:cNvCxnSpPr>
            <a:cxnSpLocks/>
          </p:cNvCxnSpPr>
          <p:nvPr userDrawn="1"/>
        </p:nvCxnSpPr>
        <p:spPr>
          <a:xfrm>
            <a:off x="2711624" y="4653135"/>
            <a:ext cx="0" cy="504056"/>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5716183-FC6B-4383-8EF6-37E5349AAF9A}"/>
              </a:ext>
            </a:extLst>
          </p:cNvPr>
          <p:cNvCxnSpPr>
            <a:cxnSpLocks/>
          </p:cNvCxnSpPr>
          <p:nvPr userDrawn="1"/>
        </p:nvCxnSpPr>
        <p:spPr>
          <a:xfrm>
            <a:off x="1612454" y="5226817"/>
            <a:ext cx="8588002" cy="0"/>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480400D-CA47-444B-970B-5A484E54E6A1}"/>
              </a:ext>
            </a:extLst>
          </p:cNvPr>
          <p:cNvCxnSpPr>
            <a:cxnSpLocks/>
          </p:cNvCxnSpPr>
          <p:nvPr userDrawn="1"/>
        </p:nvCxnSpPr>
        <p:spPr>
          <a:xfrm>
            <a:off x="1631690" y="5229100"/>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13536BE-88C6-4525-9D18-D74E0DCB4682}"/>
              </a:ext>
            </a:extLst>
          </p:cNvPr>
          <p:cNvCxnSpPr>
            <a:cxnSpLocks/>
          </p:cNvCxnSpPr>
          <p:nvPr userDrawn="1"/>
        </p:nvCxnSpPr>
        <p:spPr>
          <a:xfrm>
            <a:off x="3764417" y="5229199"/>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1B274A1-2898-403F-9A81-C1625F15BF58}"/>
              </a:ext>
            </a:extLst>
          </p:cNvPr>
          <p:cNvCxnSpPr>
            <a:cxnSpLocks/>
          </p:cNvCxnSpPr>
          <p:nvPr userDrawn="1"/>
        </p:nvCxnSpPr>
        <p:spPr>
          <a:xfrm>
            <a:off x="5897144" y="5229199"/>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C25A9B7-5673-4E49-ABD6-8D0E06EDD927}"/>
              </a:ext>
            </a:extLst>
          </p:cNvPr>
          <p:cNvCxnSpPr>
            <a:cxnSpLocks/>
          </p:cNvCxnSpPr>
          <p:nvPr userDrawn="1"/>
        </p:nvCxnSpPr>
        <p:spPr>
          <a:xfrm>
            <a:off x="8029871" y="5229199"/>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026C540-9EA3-4699-A6BC-DF9BDF921E83}"/>
              </a:ext>
            </a:extLst>
          </p:cNvPr>
          <p:cNvCxnSpPr>
            <a:cxnSpLocks/>
          </p:cNvCxnSpPr>
          <p:nvPr userDrawn="1"/>
        </p:nvCxnSpPr>
        <p:spPr>
          <a:xfrm>
            <a:off x="10179266" y="5219674"/>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sp>
        <p:nvSpPr>
          <p:cNvPr id="34" name="Text Placeholder 7">
            <a:extLst>
              <a:ext uri="{FF2B5EF4-FFF2-40B4-BE49-F238E27FC236}">
                <a16:creationId xmlns:a16="http://schemas.microsoft.com/office/drawing/2014/main" id="{0853CDE9-3036-46C6-AB9B-6C5E6B531E6E}"/>
              </a:ext>
            </a:extLst>
          </p:cNvPr>
          <p:cNvSpPr>
            <a:spLocks noGrp="1"/>
          </p:cNvSpPr>
          <p:nvPr>
            <p:ph type="body" sz="quarter" idx="32" hasCustomPrompt="1"/>
          </p:nvPr>
        </p:nvSpPr>
        <p:spPr>
          <a:xfrm>
            <a:off x="5157506" y="2091773"/>
            <a:ext cx="3314758" cy="880224"/>
          </a:xfrm>
          <a:prstGeom prst="rect">
            <a:avLst/>
          </a:prstGeom>
        </p:spPr>
        <p:txBody>
          <a:bodyPr>
            <a:noAutofit/>
          </a:bodyPr>
          <a:lstStyle>
            <a:lvl1pPr>
              <a:lnSpc>
                <a:spcPts val="1400"/>
              </a:lnSpc>
              <a:spcBef>
                <a:spcPts val="0"/>
              </a:spcBef>
              <a:spcAft>
                <a:spcPts val="0"/>
              </a:spcAft>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35" name="Text Placeholder 7">
            <a:extLst>
              <a:ext uri="{FF2B5EF4-FFF2-40B4-BE49-F238E27FC236}">
                <a16:creationId xmlns:a16="http://schemas.microsoft.com/office/drawing/2014/main" id="{41BEF085-D952-4028-B6B4-18F2CB2BE51E}"/>
              </a:ext>
            </a:extLst>
          </p:cNvPr>
          <p:cNvSpPr>
            <a:spLocks noGrp="1"/>
          </p:cNvSpPr>
          <p:nvPr>
            <p:ph type="body" sz="quarter" idx="33" hasCustomPrompt="1"/>
          </p:nvPr>
        </p:nvSpPr>
        <p:spPr>
          <a:xfrm>
            <a:off x="2391842" y="3564257"/>
            <a:ext cx="3314758" cy="880224"/>
          </a:xfrm>
          <a:prstGeom prst="rect">
            <a:avLst/>
          </a:prstGeom>
        </p:spPr>
        <p:txBody>
          <a:bodyPr>
            <a:noAutofit/>
          </a:bodyPr>
          <a:lstStyle>
            <a:lvl1pPr>
              <a:lnSpc>
                <a:spcPts val="1400"/>
              </a:lnSpc>
              <a:spcBef>
                <a:spcPts val="0"/>
              </a:spcBef>
              <a:spcAft>
                <a:spcPts val="0"/>
              </a:spcAft>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36" name="Text Placeholder 7">
            <a:extLst>
              <a:ext uri="{FF2B5EF4-FFF2-40B4-BE49-F238E27FC236}">
                <a16:creationId xmlns:a16="http://schemas.microsoft.com/office/drawing/2014/main" id="{25AB3DC5-A8F4-44C0-B0E0-2B42559A081F}"/>
              </a:ext>
            </a:extLst>
          </p:cNvPr>
          <p:cNvSpPr>
            <a:spLocks noGrp="1"/>
          </p:cNvSpPr>
          <p:nvPr>
            <p:ph type="body" sz="quarter" idx="34" hasCustomPrompt="1"/>
          </p:nvPr>
        </p:nvSpPr>
        <p:spPr>
          <a:xfrm>
            <a:off x="7896622" y="3564257"/>
            <a:ext cx="3314758" cy="880224"/>
          </a:xfrm>
          <a:prstGeom prst="rect">
            <a:avLst/>
          </a:prstGeom>
        </p:spPr>
        <p:txBody>
          <a:bodyPr>
            <a:noAutofit/>
          </a:bodyPr>
          <a:lstStyle>
            <a:lvl1pPr>
              <a:lnSpc>
                <a:spcPts val="1400"/>
              </a:lnSpc>
              <a:spcBef>
                <a:spcPts val="0"/>
              </a:spcBef>
              <a:spcAft>
                <a:spcPts val="0"/>
              </a:spcAft>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38" name="Text Placeholder 7">
            <a:extLst>
              <a:ext uri="{FF2B5EF4-FFF2-40B4-BE49-F238E27FC236}">
                <a16:creationId xmlns:a16="http://schemas.microsoft.com/office/drawing/2014/main" id="{C9C72BE0-AF43-4AA8-8142-178566D9F143}"/>
              </a:ext>
            </a:extLst>
          </p:cNvPr>
          <p:cNvSpPr>
            <a:spLocks noGrp="1"/>
          </p:cNvSpPr>
          <p:nvPr>
            <p:ph type="body" sz="quarter" idx="36" hasCustomPrompt="1"/>
          </p:nvPr>
        </p:nvSpPr>
        <p:spPr>
          <a:xfrm>
            <a:off x="881063" y="3428106"/>
            <a:ext cx="1440160" cy="1152128"/>
          </a:xfrm>
          <a:prstGeom prst="rect">
            <a:avLst/>
          </a:prstGeom>
          <a:solidFill>
            <a:srgbClr val="12ABDB"/>
          </a:solidFill>
        </p:spPr>
        <p:txBody>
          <a:bodyPr rIns="0" anchor="ctr">
            <a:noAutofit/>
          </a:bodyPr>
          <a:lstStyle>
            <a:lvl1pPr algn="ctr">
              <a:lnSpc>
                <a:spcPts val="1800"/>
              </a:lnSpc>
              <a:spcBef>
                <a:spcPts val="0"/>
              </a:spcBef>
              <a:spcAft>
                <a:spcPts val="0"/>
              </a:spcAft>
              <a:defRPr sz="1600" b="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Insert Group Name</a:t>
            </a:r>
          </a:p>
        </p:txBody>
      </p:sp>
      <p:sp>
        <p:nvSpPr>
          <p:cNvPr id="4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47"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4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49"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50"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341772439"/>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Final Slide 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1"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4979035" y="2404110"/>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4" name="Rectangle 13"/>
          <p:cNvSpPr/>
          <p:nvPr userDrawn="1"/>
        </p:nvSpPr>
        <p:spPr>
          <a:xfrm>
            <a:off x="6536185" y="2886346"/>
            <a:ext cx="4638214" cy="12349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US" sz="900" kern="1200" dirty="0">
                <a:solidFill>
                  <a:schemeClr val="tx1"/>
                </a:solidFill>
                <a:effectLst/>
                <a:latin typeface="+mn-lt"/>
                <a:ea typeface="+mn-ea"/>
                <a:cs typeface="+mn-cs"/>
              </a:rPr>
              <a:t>Capgemini is a global leader in consulting, digital transformation, technology and engineering services. The Group is at the forefront of innovation to address the entire breadth of clients’ opportunities in the evolving world of cloud, digital and platforms. </a:t>
            </a:r>
            <a:r>
              <a:rPr lang="en-GB" sz="900" kern="1200" dirty="0">
                <a:solidFill>
                  <a:schemeClr val="tx1"/>
                </a:solidFill>
                <a:effectLst/>
                <a:latin typeface="+mn-lt"/>
                <a:ea typeface="+mn-ea"/>
                <a:cs typeface="+mn-cs"/>
              </a:rPr>
              <a:t>Building on its strong 50-year+ heritage and deep industry-specific expertise, Capgemini enables organizations to realize their business ambitions through an array of services </a:t>
            </a:r>
            <a:r>
              <a:rPr lang="en-US" sz="900" kern="1200" dirty="0">
                <a:solidFill>
                  <a:schemeClr val="tx1"/>
                </a:solidFill>
                <a:effectLst/>
                <a:latin typeface="+mn-lt"/>
                <a:ea typeface="+mn-ea"/>
                <a:cs typeface="+mn-cs"/>
              </a:rPr>
              <a:t>from strategy to operations. Capgemini is driven by the conviction that the business value of technology comes from and through people. Today, it is a multicultural company of 270,000 team members in almost 50 countries. With Altran, the Group reported 2019 combined revenues of €17billion.</a:t>
            </a: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16" name="Rectangle 15"/>
          <p:cNvSpPr/>
          <p:nvPr userDrawn="1"/>
        </p:nvSpPr>
        <p:spPr>
          <a:xfrm>
            <a:off x="6536184" y="446186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dirty="0">
                <a:solidFill>
                  <a:schemeClr val="tx1"/>
                </a:solidFill>
              </a:rPr>
              <a:t>Learn more about us at</a:t>
            </a:r>
          </a:p>
          <a:p>
            <a:pPr algn="just">
              <a:lnSpc>
                <a:spcPts val="1200"/>
              </a:lnSpc>
            </a:pPr>
            <a:r>
              <a:rPr lang="en-US" sz="1400" dirty="0">
                <a:solidFill>
                  <a:schemeClr val="accent2"/>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810097"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93474"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76851"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60227"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26720" y="3979258"/>
            <a:ext cx="333195" cy="333195"/>
          </a:xfrm>
          <a:prstGeom prst="rect">
            <a:avLst/>
          </a:prstGeom>
          <a:noFill/>
        </p:spPr>
      </p:pic>
      <p:sp>
        <p:nvSpPr>
          <p:cNvPr id="23" name="Rectangle 22"/>
          <p:cNvSpPr/>
          <p:nvPr userDrawn="1"/>
        </p:nvSpPr>
        <p:spPr>
          <a:xfrm>
            <a:off x="426720" y="5764024"/>
            <a:ext cx="4013280" cy="446276"/>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800" noProof="0" dirty="0">
                <a:solidFill>
                  <a:schemeClr val="bg1"/>
                </a:solidFill>
                <a:latin typeface="Arial"/>
                <a:cs typeface="Arial"/>
              </a:rPr>
              <a:t>Copyright © 2020 Capgemini. All rights reserved.</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7" name="Groupe 26"/>
          <p:cNvGrpSpPr>
            <a:grpSpLocks noChangeAspect="1"/>
          </p:cNvGrpSpPr>
          <p:nvPr userDrawn="1"/>
        </p:nvGrpSpPr>
        <p:grpSpPr>
          <a:xfrm>
            <a:off x="444000" y="4471814"/>
            <a:ext cx="2340000" cy="181186"/>
            <a:chOff x="401412" y="4886021"/>
            <a:chExt cx="7483476" cy="579438"/>
          </a:xfrm>
          <a:solidFill>
            <a:schemeClr val="bg1"/>
          </a:solidFill>
        </p:grpSpPr>
        <p:sp>
          <p:nvSpPr>
            <p:cNvPr id="28" name="Freeform 5"/>
            <p:cNvSpPr>
              <a:spLocks noEditPoints="1"/>
            </p:cNvSpPr>
            <p:nvPr userDrawn="1"/>
          </p:nvSpPr>
          <p:spPr bwMode="auto">
            <a:xfrm>
              <a:off x="401412" y="4930471"/>
              <a:ext cx="293688" cy="422275"/>
            </a:xfrm>
            <a:custGeom>
              <a:avLst/>
              <a:gdLst>
                <a:gd name="T0" fmla="*/ 18 w 48"/>
                <a:gd name="T1" fmla="*/ 0 h 67"/>
                <a:gd name="T2" fmla="*/ 41 w 48"/>
                <a:gd name="T3" fmla="*/ 5 h 67"/>
                <a:gd name="T4" fmla="*/ 48 w 48"/>
                <a:gd name="T5" fmla="*/ 22 h 67"/>
                <a:gd name="T6" fmla="*/ 46 w 48"/>
                <a:gd name="T7" fmla="*/ 32 h 67"/>
                <a:gd name="T8" fmla="*/ 40 w 48"/>
                <a:gd name="T9" fmla="*/ 39 h 67"/>
                <a:gd name="T10" fmla="*/ 31 w 48"/>
                <a:gd name="T11" fmla="*/ 43 h 67"/>
                <a:gd name="T12" fmla="*/ 18 w 48"/>
                <a:gd name="T13" fmla="*/ 44 h 67"/>
                <a:gd name="T14" fmla="*/ 12 w 48"/>
                <a:gd name="T15" fmla="*/ 44 h 67"/>
                <a:gd name="T16" fmla="*/ 12 w 48"/>
                <a:gd name="T17" fmla="*/ 67 h 67"/>
                <a:gd name="T18" fmla="*/ 0 w 48"/>
                <a:gd name="T19" fmla="*/ 67 h 67"/>
                <a:gd name="T20" fmla="*/ 0 w 48"/>
                <a:gd name="T21" fmla="*/ 2 h 67"/>
                <a:gd name="T22" fmla="*/ 9 w 48"/>
                <a:gd name="T23" fmla="*/ 1 h 67"/>
                <a:gd name="T24" fmla="*/ 18 w 48"/>
                <a:gd name="T25" fmla="*/ 0 h 67"/>
                <a:gd name="T26" fmla="*/ 19 w 48"/>
                <a:gd name="T27" fmla="*/ 11 h 67"/>
                <a:gd name="T28" fmla="*/ 12 w 48"/>
                <a:gd name="T29" fmla="*/ 11 h 67"/>
                <a:gd name="T30" fmla="*/ 12 w 48"/>
                <a:gd name="T31" fmla="*/ 34 h 67"/>
                <a:gd name="T32" fmla="*/ 18 w 48"/>
                <a:gd name="T33" fmla="*/ 34 h 67"/>
                <a:gd name="T34" fmla="*/ 31 w 48"/>
                <a:gd name="T35" fmla="*/ 31 h 67"/>
                <a:gd name="T36" fmla="*/ 36 w 48"/>
                <a:gd name="T37" fmla="*/ 22 h 67"/>
                <a:gd name="T38" fmla="*/ 35 w 48"/>
                <a:gd name="T39" fmla="*/ 16 h 67"/>
                <a:gd name="T40" fmla="*/ 31 w 48"/>
                <a:gd name="T41" fmla="*/ 13 h 67"/>
                <a:gd name="T42" fmla="*/ 26 w 48"/>
                <a:gd name="T43" fmla="*/ 11 h 67"/>
                <a:gd name="T44" fmla="*/ 19 w 48"/>
                <a:gd name="T45" fmla="*/ 1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8" h="67">
                  <a:moveTo>
                    <a:pt x="18" y="0"/>
                  </a:moveTo>
                  <a:cubicBezTo>
                    <a:pt x="28" y="0"/>
                    <a:pt x="36" y="2"/>
                    <a:pt x="41" y="5"/>
                  </a:cubicBezTo>
                  <a:cubicBezTo>
                    <a:pt x="46" y="9"/>
                    <a:pt x="48" y="14"/>
                    <a:pt x="48" y="22"/>
                  </a:cubicBezTo>
                  <a:cubicBezTo>
                    <a:pt x="48" y="26"/>
                    <a:pt x="48" y="29"/>
                    <a:pt x="46" y="32"/>
                  </a:cubicBezTo>
                  <a:cubicBezTo>
                    <a:pt x="45" y="35"/>
                    <a:pt x="43" y="37"/>
                    <a:pt x="40" y="39"/>
                  </a:cubicBezTo>
                  <a:cubicBezTo>
                    <a:pt x="38" y="41"/>
                    <a:pt x="35" y="42"/>
                    <a:pt x="31" y="43"/>
                  </a:cubicBezTo>
                  <a:cubicBezTo>
                    <a:pt x="27" y="44"/>
                    <a:pt x="23" y="44"/>
                    <a:pt x="18" y="44"/>
                  </a:cubicBezTo>
                  <a:cubicBezTo>
                    <a:pt x="12" y="44"/>
                    <a:pt x="12" y="44"/>
                    <a:pt x="12" y="44"/>
                  </a:cubicBezTo>
                  <a:cubicBezTo>
                    <a:pt x="12" y="67"/>
                    <a:pt x="12" y="67"/>
                    <a:pt x="12" y="67"/>
                  </a:cubicBezTo>
                  <a:cubicBezTo>
                    <a:pt x="0" y="67"/>
                    <a:pt x="0" y="67"/>
                    <a:pt x="0" y="67"/>
                  </a:cubicBezTo>
                  <a:cubicBezTo>
                    <a:pt x="0" y="2"/>
                    <a:pt x="0" y="2"/>
                    <a:pt x="0" y="2"/>
                  </a:cubicBezTo>
                  <a:cubicBezTo>
                    <a:pt x="2" y="1"/>
                    <a:pt x="6" y="1"/>
                    <a:pt x="9" y="1"/>
                  </a:cubicBezTo>
                  <a:cubicBezTo>
                    <a:pt x="12" y="0"/>
                    <a:pt x="16" y="0"/>
                    <a:pt x="18" y="0"/>
                  </a:cubicBezTo>
                  <a:close/>
                  <a:moveTo>
                    <a:pt x="19" y="11"/>
                  </a:moveTo>
                  <a:cubicBezTo>
                    <a:pt x="16" y="11"/>
                    <a:pt x="14" y="11"/>
                    <a:pt x="12" y="11"/>
                  </a:cubicBezTo>
                  <a:cubicBezTo>
                    <a:pt x="12" y="34"/>
                    <a:pt x="12" y="34"/>
                    <a:pt x="12" y="34"/>
                  </a:cubicBezTo>
                  <a:cubicBezTo>
                    <a:pt x="18" y="34"/>
                    <a:pt x="18" y="34"/>
                    <a:pt x="18" y="34"/>
                  </a:cubicBezTo>
                  <a:cubicBezTo>
                    <a:pt x="23" y="34"/>
                    <a:pt x="28" y="33"/>
                    <a:pt x="31" y="31"/>
                  </a:cubicBezTo>
                  <a:cubicBezTo>
                    <a:pt x="34" y="29"/>
                    <a:pt x="36" y="26"/>
                    <a:pt x="36" y="22"/>
                  </a:cubicBezTo>
                  <a:cubicBezTo>
                    <a:pt x="36" y="20"/>
                    <a:pt x="35" y="18"/>
                    <a:pt x="35" y="16"/>
                  </a:cubicBezTo>
                  <a:cubicBezTo>
                    <a:pt x="34" y="15"/>
                    <a:pt x="33" y="14"/>
                    <a:pt x="31" y="13"/>
                  </a:cubicBezTo>
                  <a:cubicBezTo>
                    <a:pt x="30" y="12"/>
                    <a:pt x="28" y="12"/>
                    <a:pt x="26" y="11"/>
                  </a:cubicBezTo>
                  <a:cubicBezTo>
                    <a:pt x="24" y="11"/>
                    <a:pt x="22" y="11"/>
                    <a:pt x="19"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6"/>
            <p:cNvSpPr>
              <a:spLocks noEditPoints="1"/>
            </p:cNvSpPr>
            <p:nvPr userDrawn="1"/>
          </p:nvSpPr>
          <p:spPr bwMode="auto">
            <a:xfrm>
              <a:off x="714150" y="5030484"/>
              <a:ext cx="280988" cy="334963"/>
            </a:xfrm>
            <a:custGeom>
              <a:avLst/>
              <a:gdLst>
                <a:gd name="T0" fmla="*/ 0 w 46"/>
                <a:gd name="T1" fmla="*/ 27 h 53"/>
                <a:gd name="T2" fmla="*/ 2 w 46"/>
                <a:gd name="T3" fmla="*/ 15 h 53"/>
                <a:gd name="T4" fmla="*/ 8 w 46"/>
                <a:gd name="T5" fmla="*/ 7 h 53"/>
                <a:gd name="T6" fmla="*/ 15 w 46"/>
                <a:gd name="T7" fmla="*/ 2 h 53"/>
                <a:gd name="T8" fmla="*/ 24 w 46"/>
                <a:gd name="T9" fmla="*/ 0 h 53"/>
                <a:gd name="T10" fmla="*/ 40 w 46"/>
                <a:gd name="T11" fmla="*/ 6 h 53"/>
                <a:gd name="T12" fmla="*/ 46 w 46"/>
                <a:gd name="T13" fmla="*/ 26 h 53"/>
                <a:gd name="T14" fmla="*/ 46 w 46"/>
                <a:gd name="T15" fmla="*/ 28 h 53"/>
                <a:gd name="T16" fmla="*/ 46 w 46"/>
                <a:gd name="T17" fmla="*/ 30 h 53"/>
                <a:gd name="T18" fmla="*/ 12 w 46"/>
                <a:gd name="T19" fmla="*/ 30 h 53"/>
                <a:gd name="T20" fmla="*/ 17 w 46"/>
                <a:gd name="T21" fmla="*/ 39 h 53"/>
                <a:gd name="T22" fmla="*/ 28 w 46"/>
                <a:gd name="T23" fmla="*/ 43 h 53"/>
                <a:gd name="T24" fmla="*/ 35 w 46"/>
                <a:gd name="T25" fmla="*/ 42 h 53"/>
                <a:gd name="T26" fmla="*/ 41 w 46"/>
                <a:gd name="T27" fmla="*/ 40 h 53"/>
                <a:gd name="T28" fmla="*/ 43 w 46"/>
                <a:gd name="T29" fmla="*/ 50 h 53"/>
                <a:gd name="T30" fmla="*/ 40 w 46"/>
                <a:gd name="T31" fmla="*/ 51 h 53"/>
                <a:gd name="T32" fmla="*/ 36 w 46"/>
                <a:gd name="T33" fmla="*/ 52 h 53"/>
                <a:gd name="T34" fmla="*/ 31 w 46"/>
                <a:gd name="T35" fmla="*/ 52 h 53"/>
                <a:gd name="T36" fmla="*/ 26 w 46"/>
                <a:gd name="T37" fmla="*/ 53 h 53"/>
                <a:gd name="T38" fmla="*/ 15 w 46"/>
                <a:gd name="T39" fmla="*/ 51 h 53"/>
                <a:gd name="T40" fmla="*/ 7 w 46"/>
                <a:gd name="T41" fmla="*/ 45 h 53"/>
                <a:gd name="T42" fmla="*/ 2 w 46"/>
                <a:gd name="T43" fmla="*/ 37 h 53"/>
                <a:gd name="T44" fmla="*/ 0 w 46"/>
                <a:gd name="T45" fmla="*/ 27 h 53"/>
                <a:gd name="T46" fmla="*/ 34 w 46"/>
                <a:gd name="T47" fmla="*/ 21 h 53"/>
                <a:gd name="T48" fmla="*/ 34 w 46"/>
                <a:gd name="T49" fmla="*/ 17 h 53"/>
                <a:gd name="T50" fmla="*/ 32 w 46"/>
                <a:gd name="T51" fmla="*/ 13 h 53"/>
                <a:gd name="T52" fmla="*/ 28 w 46"/>
                <a:gd name="T53" fmla="*/ 11 h 53"/>
                <a:gd name="T54" fmla="*/ 24 w 46"/>
                <a:gd name="T55" fmla="*/ 10 h 53"/>
                <a:gd name="T56" fmla="*/ 19 w 46"/>
                <a:gd name="T57" fmla="*/ 11 h 53"/>
                <a:gd name="T58" fmla="*/ 16 w 46"/>
                <a:gd name="T59" fmla="*/ 13 h 53"/>
                <a:gd name="T60" fmla="*/ 14 w 46"/>
                <a:gd name="T61" fmla="*/ 17 h 53"/>
                <a:gd name="T62" fmla="*/ 13 w 46"/>
                <a:gd name="T63" fmla="*/ 21 h 53"/>
                <a:gd name="T64" fmla="*/ 34 w 46"/>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6" h="53">
                  <a:moveTo>
                    <a:pt x="0" y="27"/>
                  </a:moveTo>
                  <a:cubicBezTo>
                    <a:pt x="0" y="22"/>
                    <a:pt x="1" y="18"/>
                    <a:pt x="2" y="15"/>
                  </a:cubicBezTo>
                  <a:cubicBezTo>
                    <a:pt x="4" y="12"/>
                    <a:pt x="6" y="9"/>
                    <a:pt x="8" y="7"/>
                  </a:cubicBezTo>
                  <a:cubicBezTo>
                    <a:pt x="10" y="4"/>
                    <a:pt x="12" y="3"/>
                    <a:pt x="15" y="2"/>
                  </a:cubicBezTo>
                  <a:cubicBezTo>
                    <a:pt x="18" y="0"/>
                    <a:pt x="21" y="0"/>
                    <a:pt x="24" y="0"/>
                  </a:cubicBezTo>
                  <a:cubicBezTo>
                    <a:pt x="31" y="0"/>
                    <a:pt x="36" y="2"/>
                    <a:pt x="40" y="6"/>
                  </a:cubicBezTo>
                  <a:cubicBezTo>
                    <a:pt x="44" y="11"/>
                    <a:pt x="46" y="17"/>
                    <a:pt x="46" y="26"/>
                  </a:cubicBezTo>
                  <a:cubicBezTo>
                    <a:pt x="46" y="26"/>
                    <a:pt x="46" y="27"/>
                    <a:pt x="46" y="28"/>
                  </a:cubicBezTo>
                  <a:cubicBezTo>
                    <a:pt x="46" y="29"/>
                    <a:pt x="46" y="29"/>
                    <a:pt x="46" y="30"/>
                  </a:cubicBezTo>
                  <a:cubicBezTo>
                    <a:pt x="12" y="30"/>
                    <a:pt x="12" y="30"/>
                    <a:pt x="12" y="30"/>
                  </a:cubicBezTo>
                  <a:cubicBezTo>
                    <a:pt x="13" y="34"/>
                    <a:pt x="14" y="37"/>
                    <a:pt x="17" y="39"/>
                  </a:cubicBezTo>
                  <a:cubicBezTo>
                    <a:pt x="19" y="41"/>
                    <a:pt x="23" y="43"/>
                    <a:pt x="28" y="43"/>
                  </a:cubicBezTo>
                  <a:cubicBezTo>
                    <a:pt x="31" y="43"/>
                    <a:pt x="33" y="42"/>
                    <a:pt x="35" y="42"/>
                  </a:cubicBezTo>
                  <a:cubicBezTo>
                    <a:pt x="38" y="41"/>
                    <a:pt x="40" y="41"/>
                    <a:pt x="41" y="40"/>
                  </a:cubicBezTo>
                  <a:cubicBezTo>
                    <a:pt x="43" y="50"/>
                    <a:pt x="43" y="50"/>
                    <a:pt x="43" y="50"/>
                  </a:cubicBezTo>
                  <a:cubicBezTo>
                    <a:pt x="42" y="50"/>
                    <a:pt x="41" y="50"/>
                    <a:pt x="40" y="51"/>
                  </a:cubicBezTo>
                  <a:cubicBezTo>
                    <a:pt x="39" y="51"/>
                    <a:pt x="38" y="51"/>
                    <a:pt x="36" y="52"/>
                  </a:cubicBezTo>
                  <a:cubicBezTo>
                    <a:pt x="35" y="52"/>
                    <a:pt x="33" y="52"/>
                    <a:pt x="31" y="52"/>
                  </a:cubicBezTo>
                  <a:cubicBezTo>
                    <a:pt x="30" y="53"/>
                    <a:pt x="28" y="53"/>
                    <a:pt x="26" y="53"/>
                  </a:cubicBezTo>
                  <a:cubicBezTo>
                    <a:pt x="22" y="53"/>
                    <a:pt x="18" y="52"/>
                    <a:pt x="15" y="51"/>
                  </a:cubicBezTo>
                  <a:cubicBezTo>
                    <a:pt x="12" y="49"/>
                    <a:pt x="9" y="48"/>
                    <a:pt x="7" y="45"/>
                  </a:cubicBezTo>
                  <a:cubicBezTo>
                    <a:pt x="5" y="43"/>
                    <a:pt x="3" y="40"/>
                    <a:pt x="2" y="37"/>
                  </a:cubicBezTo>
                  <a:cubicBezTo>
                    <a:pt x="1" y="34"/>
                    <a:pt x="0" y="30"/>
                    <a:pt x="0" y="27"/>
                  </a:cubicBezTo>
                  <a:close/>
                  <a:moveTo>
                    <a:pt x="34" y="21"/>
                  </a:moveTo>
                  <a:cubicBezTo>
                    <a:pt x="34" y="20"/>
                    <a:pt x="34" y="18"/>
                    <a:pt x="34" y="17"/>
                  </a:cubicBezTo>
                  <a:cubicBezTo>
                    <a:pt x="33" y="15"/>
                    <a:pt x="32" y="14"/>
                    <a:pt x="32" y="13"/>
                  </a:cubicBezTo>
                  <a:cubicBezTo>
                    <a:pt x="31" y="12"/>
                    <a:pt x="30" y="11"/>
                    <a:pt x="28" y="11"/>
                  </a:cubicBezTo>
                  <a:cubicBezTo>
                    <a:pt x="27" y="10"/>
                    <a:pt x="26" y="10"/>
                    <a:pt x="24" y="10"/>
                  </a:cubicBezTo>
                  <a:cubicBezTo>
                    <a:pt x="22" y="10"/>
                    <a:pt x="21" y="10"/>
                    <a:pt x="19" y="11"/>
                  </a:cubicBezTo>
                  <a:cubicBezTo>
                    <a:pt x="18" y="11"/>
                    <a:pt x="17" y="12"/>
                    <a:pt x="16" y="13"/>
                  </a:cubicBezTo>
                  <a:cubicBezTo>
                    <a:pt x="15" y="14"/>
                    <a:pt x="14" y="16"/>
                    <a:pt x="14" y="17"/>
                  </a:cubicBezTo>
                  <a:cubicBezTo>
                    <a:pt x="13" y="18"/>
                    <a:pt x="13" y="20"/>
                    <a:pt x="13"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7"/>
            <p:cNvSpPr>
              <a:spLocks noEditPoints="1"/>
            </p:cNvSpPr>
            <p:nvPr userDrawn="1"/>
          </p:nvSpPr>
          <p:spPr bwMode="auto">
            <a:xfrm>
              <a:off x="1038000" y="5030484"/>
              <a:ext cx="298450" cy="334963"/>
            </a:xfrm>
            <a:custGeom>
              <a:avLst/>
              <a:gdLst>
                <a:gd name="T0" fmla="*/ 49 w 49"/>
                <a:gd name="T1" fmla="*/ 26 h 53"/>
                <a:gd name="T2" fmla="*/ 47 w 49"/>
                <a:gd name="T3" fmla="*/ 37 h 53"/>
                <a:gd name="T4" fmla="*/ 42 w 49"/>
                <a:gd name="T5" fmla="*/ 45 h 53"/>
                <a:gd name="T6" fmla="*/ 34 w 49"/>
                <a:gd name="T7" fmla="*/ 51 h 53"/>
                <a:gd name="T8" fmla="*/ 24 w 49"/>
                <a:gd name="T9" fmla="*/ 53 h 53"/>
                <a:gd name="T10" fmla="*/ 15 w 49"/>
                <a:gd name="T11" fmla="*/ 51 h 53"/>
                <a:gd name="T12" fmla="*/ 7 w 49"/>
                <a:gd name="T13" fmla="*/ 45 h 53"/>
                <a:gd name="T14" fmla="*/ 2 w 49"/>
                <a:gd name="T15" fmla="*/ 37 h 53"/>
                <a:gd name="T16" fmla="*/ 0 w 49"/>
                <a:gd name="T17" fmla="*/ 26 h 53"/>
                <a:gd name="T18" fmla="*/ 2 w 49"/>
                <a:gd name="T19" fmla="*/ 15 h 53"/>
                <a:gd name="T20" fmla="*/ 7 w 49"/>
                <a:gd name="T21" fmla="*/ 7 h 53"/>
                <a:gd name="T22" fmla="*/ 15 w 49"/>
                <a:gd name="T23" fmla="*/ 2 h 53"/>
                <a:gd name="T24" fmla="*/ 24 w 49"/>
                <a:gd name="T25" fmla="*/ 0 h 53"/>
                <a:gd name="T26" fmla="*/ 34 w 49"/>
                <a:gd name="T27" fmla="*/ 2 h 53"/>
                <a:gd name="T28" fmla="*/ 42 w 49"/>
                <a:gd name="T29" fmla="*/ 7 h 53"/>
                <a:gd name="T30" fmla="*/ 47 w 49"/>
                <a:gd name="T31" fmla="*/ 15 h 53"/>
                <a:gd name="T32" fmla="*/ 49 w 49"/>
                <a:gd name="T33" fmla="*/ 26 h 53"/>
                <a:gd name="T34" fmla="*/ 37 w 49"/>
                <a:gd name="T35" fmla="*/ 26 h 53"/>
                <a:gd name="T36" fmla="*/ 33 w 49"/>
                <a:gd name="T37" fmla="*/ 14 h 53"/>
                <a:gd name="T38" fmla="*/ 24 w 49"/>
                <a:gd name="T39" fmla="*/ 10 h 53"/>
                <a:gd name="T40" fmla="*/ 16 w 49"/>
                <a:gd name="T41" fmla="*/ 14 h 53"/>
                <a:gd name="T42" fmla="*/ 12 w 49"/>
                <a:gd name="T43" fmla="*/ 26 h 53"/>
                <a:gd name="T44" fmla="*/ 16 w 49"/>
                <a:gd name="T45" fmla="*/ 38 h 53"/>
                <a:gd name="T46" fmla="*/ 24 w 49"/>
                <a:gd name="T47" fmla="*/ 43 h 53"/>
                <a:gd name="T48" fmla="*/ 33 w 49"/>
                <a:gd name="T49" fmla="*/ 38 h 53"/>
                <a:gd name="T50" fmla="*/ 37 w 49"/>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53">
                  <a:moveTo>
                    <a:pt x="49" y="26"/>
                  </a:moveTo>
                  <a:cubicBezTo>
                    <a:pt x="49" y="30"/>
                    <a:pt x="48" y="34"/>
                    <a:pt x="47" y="37"/>
                  </a:cubicBezTo>
                  <a:cubicBezTo>
                    <a:pt x="46" y="40"/>
                    <a:pt x="44" y="43"/>
                    <a:pt x="42" y="45"/>
                  </a:cubicBezTo>
                  <a:cubicBezTo>
                    <a:pt x="40" y="48"/>
                    <a:pt x="37" y="50"/>
                    <a:pt x="34" y="51"/>
                  </a:cubicBezTo>
                  <a:cubicBezTo>
                    <a:pt x="31" y="52"/>
                    <a:pt x="28" y="53"/>
                    <a:pt x="24" y="53"/>
                  </a:cubicBezTo>
                  <a:cubicBezTo>
                    <a:pt x="21" y="53"/>
                    <a:pt x="18" y="52"/>
                    <a:pt x="15" y="51"/>
                  </a:cubicBezTo>
                  <a:cubicBezTo>
                    <a:pt x="12" y="50"/>
                    <a:pt x="9" y="48"/>
                    <a:pt x="7" y="45"/>
                  </a:cubicBezTo>
                  <a:cubicBezTo>
                    <a:pt x="5" y="43"/>
                    <a:pt x="3" y="40"/>
                    <a:pt x="2" y="37"/>
                  </a:cubicBezTo>
                  <a:cubicBezTo>
                    <a:pt x="1" y="34"/>
                    <a:pt x="0" y="30"/>
                    <a:pt x="0" y="26"/>
                  </a:cubicBezTo>
                  <a:cubicBezTo>
                    <a:pt x="0" y="22"/>
                    <a:pt x="1" y="19"/>
                    <a:pt x="2" y="15"/>
                  </a:cubicBezTo>
                  <a:cubicBezTo>
                    <a:pt x="3" y="12"/>
                    <a:pt x="5" y="9"/>
                    <a:pt x="7" y="7"/>
                  </a:cubicBezTo>
                  <a:cubicBezTo>
                    <a:pt x="9" y="5"/>
                    <a:pt x="12" y="3"/>
                    <a:pt x="15" y="2"/>
                  </a:cubicBezTo>
                  <a:cubicBezTo>
                    <a:pt x="18" y="1"/>
                    <a:pt x="21" y="0"/>
                    <a:pt x="24" y="0"/>
                  </a:cubicBezTo>
                  <a:cubicBezTo>
                    <a:pt x="28" y="0"/>
                    <a:pt x="31" y="1"/>
                    <a:pt x="34" y="2"/>
                  </a:cubicBezTo>
                  <a:cubicBezTo>
                    <a:pt x="37" y="3"/>
                    <a:pt x="40" y="5"/>
                    <a:pt x="42" y="7"/>
                  </a:cubicBezTo>
                  <a:cubicBezTo>
                    <a:pt x="44" y="9"/>
                    <a:pt x="46" y="12"/>
                    <a:pt x="47" y="15"/>
                  </a:cubicBezTo>
                  <a:cubicBezTo>
                    <a:pt x="48" y="19"/>
                    <a:pt x="49" y="22"/>
                    <a:pt x="49" y="26"/>
                  </a:cubicBezTo>
                  <a:close/>
                  <a:moveTo>
                    <a:pt x="37" y="26"/>
                  </a:moveTo>
                  <a:cubicBezTo>
                    <a:pt x="37" y="21"/>
                    <a:pt x="36" y="17"/>
                    <a:pt x="33" y="14"/>
                  </a:cubicBezTo>
                  <a:cubicBezTo>
                    <a:pt x="31" y="11"/>
                    <a:pt x="28" y="10"/>
                    <a:pt x="24" y="10"/>
                  </a:cubicBezTo>
                  <a:cubicBezTo>
                    <a:pt x="21" y="10"/>
                    <a:pt x="18" y="11"/>
                    <a:pt x="16" y="14"/>
                  </a:cubicBezTo>
                  <a:cubicBezTo>
                    <a:pt x="13" y="17"/>
                    <a:pt x="12" y="21"/>
                    <a:pt x="12" y="26"/>
                  </a:cubicBezTo>
                  <a:cubicBezTo>
                    <a:pt x="12" y="31"/>
                    <a:pt x="13" y="35"/>
                    <a:pt x="16" y="38"/>
                  </a:cubicBezTo>
                  <a:cubicBezTo>
                    <a:pt x="18" y="41"/>
                    <a:pt x="21" y="43"/>
                    <a:pt x="24" y="43"/>
                  </a:cubicBezTo>
                  <a:cubicBezTo>
                    <a:pt x="28" y="43"/>
                    <a:pt x="31" y="41"/>
                    <a:pt x="33" y="38"/>
                  </a:cubicBezTo>
                  <a:cubicBezTo>
                    <a:pt x="36" y="35"/>
                    <a:pt x="37" y="31"/>
                    <a:pt x="37"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8"/>
            <p:cNvSpPr>
              <a:spLocks noEditPoints="1"/>
            </p:cNvSpPr>
            <p:nvPr userDrawn="1"/>
          </p:nvSpPr>
          <p:spPr bwMode="auto">
            <a:xfrm>
              <a:off x="1398362" y="5030484"/>
              <a:ext cx="274638" cy="434975"/>
            </a:xfrm>
            <a:custGeom>
              <a:avLst/>
              <a:gdLst>
                <a:gd name="T0" fmla="*/ 45 w 45"/>
                <a:gd name="T1" fmla="*/ 26 h 69"/>
                <a:gd name="T2" fmla="*/ 43 w 45"/>
                <a:gd name="T3" fmla="*/ 37 h 69"/>
                <a:gd name="T4" fmla="*/ 39 w 45"/>
                <a:gd name="T5" fmla="*/ 45 h 69"/>
                <a:gd name="T6" fmla="*/ 32 w 45"/>
                <a:gd name="T7" fmla="*/ 51 h 69"/>
                <a:gd name="T8" fmla="*/ 23 w 45"/>
                <a:gd name="T9" fmla="*/ 52 h 69"/>
                <a:gd name="T10" fmla="*/ 16 w 45"/>
                <a:gd name="T11" fmla="*/ 52 h 69"/>
                <a:gd name="T12" fmla="*/ 11 w 45"/>
                <a:gd name="T13" fmla="*/ 50 h 69"/>
                <a:gd name="T14" fmla="*/ 11 w 45"/>
                <a:gd name="T15" fmla="*/ 69 h 69"/>
                <a:gd name="T16" fmla="*/ 0 w 45"/>
                <a:gd name="T17" fmla="*/ 69 h 69"/>
                <a:gd name="T18" fmla="*/ 0 w 45"/>
                <a:gd name="T19" fmla="*/ 3 h 69"/>
                <a:gd name="T20" fmla="*/ 8 w 45"/>
                <a:gd name="T21" fmla="*/ 1 h 69"/>
                <a:gd name="T22" fmla="*/ 19 w 45"/>
                <a:gd name="T23" fmla="*/ 0 h 69"/>
                <a:gd name="T24" fmla="*/ 30 w 45"/>
                <a:gd name="T25" fmla="*/ 2 h 69"/>
                <a:gd name="T26" fmla="*/ 38 w 45"/>
                <a:gd name="T27" fmla="*/ 7 h 69"/>
                <a:gd name="T28" fmla="*/ 43 w 45"/>
                <a:gd name="T29" fmla="*/ 15 h 69"/>
                <a:gd name="T30" fmla="*/ 45 w 45"/>
                <a:gd name="T31" fmla="*/ 26 h 69"/>
                <a:gd name="T32" fmla="*/ 33 w 45"/>
                <a:gd name="T33" fmla="*/ 27 h 69"/>
                <a:gd name="T34" fmla="*/ 29 w 45"/>
                <a:gd name="T35" fmla="*/ 14 h 69"/>
                <a:gd name="T36" fmla="*/ 18 w 45"/>
                <a:gd name="T37" fmla="*/ 10 h 69"/>
                <a:gd name="T38" fmla="*/ 15 w 45"/>
                <a:gd name="T39" fmla="*/ 10 h 69"/>
                <a:gd name="T40" fmla="*/ 11 w 45"/>
                <a:gd name="T41" fmla="*/ 11 h 69"/>
                <a:gd name="T42" fmla="*/ 11 w 45"/>
                <a:gd name="T43" fmla="*/ 40 h 69"/>
                <a:gd name="T44" fmla="*/ 15 w 45"/>
                <a:gd name="T45" fmla="*/ 42 h 69"/>
                <a:gd name="T46" fmla="*/ 21 w 45"/>
                <a:gd name="T47" fmla="*/ 42 h 69"/>
                <a:gd name="T48" fmla="*/ 30 w 45"/>
                <a:gd name="T49" fmla="*/ 38 h 69"/>
                <a:gd name="T50" fmla="*/ 33 w 45"/>
                <a:gd name="T51" fmla="*/ 2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5" h="69">
                  <a:moveTo>
                    <a:pt x="45" y="26"/>
                  </a:moveTo>
                  <a:cubicBezTo>
                    <a:pt x="45" y="30"/>
                    <a:pt x="44" y="34"/>
                    <a:pt x="43" y="37"/>
                  </a:cubicBezTo>
                  <a:cubicBezTo>
                    <a:pt x="42" y="40"/>
                    <a:pt x="41" y="43"/>
                    <a:pt x="39" y="45"/>
                  </a:cubicBezTo>
                  <a:cubicBezTo>
                    <a:pt x="37" y="47"/>
                    <a:pt x="35" y="49"/>
                    <a:pt x="32" y="51"/>
                  </a:cubicBezTo>
                  <a:cubicBezTo>
                    <a:pt x="29" y="52"/>
                    <a:pt x="26" y="52"/>
                    <a:pt x="23" y="52"/>
                  </a:cubicBezTo>
                  <a:cubicBezTo>
                    <a:pt x="20" y="52"/>
                    <a:pt x="18" y="52"/>
                    <a:pt x="16" y="52"/>
                  </a:cubicBezTo>
                  <a:cubicBezTo>
                    <a:pt x="14" y="51"/>
                    <a:pt x="13" y="50"/>
                    <a:pt x="11" y="50"/>
                  </a:cubicBezTo>
                  <a:cubicBezTo>
                    <a:pt x="11" y="69"/>
                    <a:pt x="11" y="69"/>
                    <a:pt x="11" y="69"/>
                  </a:cubicBezTo>
                  <a:cubicBezTo>
                    <a:pt x="0" y="69"/>
                    <a:pt x="0" y="69"/>
                    <a:pt x="0" y="69"/>
                  </a:cubicBezTo>
                  <a:cubicBezTo>
                    <a:pt x="0" y="3"/>
                    <a:pt x="0" y="3"/>
                    <a:pt x="0" y="3"/>
                  </a:cubicBezTo>
                  <a:cubicBezTo>
                    <a:pt x="2" y="2"/>
                    <a:pt x="5" y="2"/>
                    <a:pt x="8" y="1"/>
                  </a:cubicBezTo>
                  <a:cubicBezTo>
                    <a:pt x="12" y="0"/>
                    <a:pt x="16" y="0"/>
                    <a:pt x="19" y="0"/>
                  </a:cubicBezTo>
                  <a:cubicBezTo>
                    <a:pt x="23" y="0"/>
                    <a:pt x="27" y="1"/>
                    <a:pt x="30" y="2"/>
                  </a:cubicBezTo>
                  <a:cubicBezTo>
                    <a:pt x="33" y="3"/>
                    <a:pt x="36" y="5"/>
                    <a:pt x="38" y="7"/>
                  </a:cubicBezTo>
                  <a:cubicBezTo>
                    <a:pt x="40" y="9"/>
                    <a:pt x="42" y="12"/>
                    <a:pt x="43" y="15"/>
                  </a:cubicBezTo>
                  <a:cubicBezTo>
                    <a:pt x="44" y="19"/>
                    <a:pt x="45" y="22"/>
                    <a:pt x="45" y="26"/>
                  </a:cubicBezTo>
                  <a:close/>
                  <a:moveTo>
                    <a:pt x="33" y="27"/>
                  </a:moveTo>
                  <a:cubicBezTo>
                    <a:pt x="33" y="21"/>
                    <a:pt x="32" y="17"/>
                    <a:pt x="29" y="14"/>
                  </a:cubicBezTo>
                  <a:cubicBezTo>
                    <a:pt x="27" y="12"/>
                    <a:pt x="23" y="10"/>
                    <a:pt x="18" y="10"/>
                  </a:cubicBezTo>
                  <a:cubicBezTo>
                    <a:pt x="17" y="10"/>
                    <a:pt x="16" y="10"/>
                    <a:pt x="15" y="10"/>
                  </a:cubicBezTo>
                  <a:cubicBezTo>
                    <a:pt x="14" y="10"/>
                    <a:pt x="12" y="11"/>
                    <a:pt x="11" y="11"/>
                  </a:cubicBezTo>
                  <a:cubicBezTo>
                    <a:pt x="11" y="40"/>
                    <a:pt x="11" y="40"/>
                    <a:pt x="11" y="40"/>
                  </a:cubicBezTo>
                  <a:cubicBezTo>
                    <a:pt x="12" y="40"/>
                    <a:pt x="14" y="41"/>
                    <a:pt x="15" y="42"/>
                  </a:cubicBezTo>
                  <a:cubicBezTo>
                    <a:pt x="17" y="42"/>
                    <a:pt x="19" y="42"/>
                    <a:pt x="21" y="42"/>
                  </a:cubicBezTo>
                  <a:cubicBezTo>
                    <a:pt x="25" y="42"/>
                    <a:pt x="28" y="41"/>
                    <a:pt x="30" y="38"/>
                  </a:cubicBezTo>
                  <a:cubicBezTo>
                    <a:pt x="32" y="35"/>
                    <a:pt x="33" y="31"/>
                    <a:pt x="33" y="2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9"/>
            <p:cNvSpPr>
              <a:spLocks/>
            </p:cNvSpPr>
            <p:nvPr userDrawn="1"/>
          </p:nvSpPr>
          <p:spPr bwMode="auto">
            <a:xfrm>
              <a:off x="1734912" y="4886021"/>
              <a:ext cx="115888" cy="473075"/>
            </a:xfrm>
            <a:custGeom>
              <a:avLst/>
              <a:gdLst>
                <a:gd name="T0" fmla="*/ 17 w 19"/>
                <a:gd name="T1" fmla="*/ 75 h 75"/>
                <a:gd name="T2" fmla="*/ 9 w 19"/>
                <a:gd name="T3" fmla="*/ 74 h 75"/>
                <a:gd name="T4" fmla="*/ 3 w 19"/>
                <a:gd name="T5" fmla="*/ 71 h 75"/>
                <a:gd name="T6" fmla="*/ 1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7" y="73"/>
                    <a:pt x="5" y="72"/>
                    <a:pt x="3" y="71"/>
                  </a:cubicBezTo>
                  <a:cubicBezTo>
                    <a:pt x="2" y="70"/>
                    <a:pt x="1" y="68"/>
                    <a:pt x="1"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8" y="66"/>
                    <a:pt x="19" y="66"/>
                  </a:cubicBezTo>
                  <a:lnTo>
                    <a:pt x="17" y="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0"/>
            <p:cNvSpPr>
              <a:spLocks noEditPoints="1"/>
            </p:cNvSpPr>
            <p:nvPr userDrawn="1"/>
          </p:nvSpPr>
          <p:spPr bwMode="auto">
            <a:xfrm>
              <a:off x="1880962" y="5030484"/>
              <a:ext cx="274638" cy="334963"/>
            </a:xfrm>
            <a:custGeom>
              <a:avLst/>
              <a:gdLst>
                <a:gd name="T0" fmla="*/ 0 w 45"/>
                <a:gd name="T1" fmla="*/ 27 h 53"/>
                <a:gd name="T2" fmla="*/ 2 w 45"/>
                <a:gd name="T3" fmla="*/ 15 h 53"/>
                <a:gd name="T4" fmla="*/ 7 w 45"/>
                <a:gd name="T5" fmla="*/ 7 h 53"/>
                <a:gd name="T6" fmla="*/ 14 w 45"/>
                <a:gd name="T7" fmla="*/ 2 h 53"/>
                <a:gd name="T8" fmla="*/ 23 w 45"/>
                <a:gd name="T9" fmla="*/ 0 h 53"/>
                <a:gd name="T10" fmla="*/ 39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0 w 45"/>
                <a:gd name="T27" fmla="*/ 40 h 53"/>
                <a:gd name="T28" fmla="*/ 42 w 45"/>
                <a:gd name="T29" fmla="*/ 50 h 53"/>
                <a:gd name="T30" fmla="*/ 39 w 45"/>
                <a:gd name="T31" fmla="*/ 51 h 53"/>
                <a:gd name="T32" fmla="*/ 35 w 45"/>
                <a:gd name="T33" fmla="*/ 52 h 53"/>
                <a:gd name="T34" fmla="*/ 31 w 45"/>
                <a:gd name="T35" fmla="*/ 52 h 53"/>
                <a:gd name="T36" fmla="*/ 26 w 45"/>
                <a:gd name="T37" fmla="*/ 53 h 53"/>
                <a:gd name="T38" fmla="*/ 14 w 45"/>
                <a:gd name="T39" fmla="*/ 51 h 53"/>
                <a:gd name="T40" fmla="*/ 6 w 45"/>
                <a:gd name="T41" fmla="*/ 45 h 53"/>
                <a:gd name="T42" fmla="*/ 1 w 45"/>
                <a:gd name="T43" fmla="*/ 37 h 53"/>
                <a:gd name="T44" fmla="*/ 0 w 45"/>
                <a:gd name="T45" fmla="*/ 27 h 53"/>
                <a:gd name="T46" fmla="*/ 33 w 45"/>
                <a:gd name="T47" fmla="*/ 21 h 53"/>
                <a:gd name="T48" fmla="*/ 33 w 45"/>
                <a:gd name="T49" fmla="*/ 17 h 53"/>
                <a:gd name="T50" fmla="*/ 31 w 45"/>
                <a:gd name="T51" fmla="*/ 13 h 53"/>
                <a:gd name="T52" fmla="*/ 28 w 45"/>
                <a:gd name="T53" fmla="*/ 11 h 53"/>
                <a:gd name="T54" fmla="*/ 23 w 45"/>
                <a:gd name="T55" fmla="*/ 10 h 53"/>
                <a:gd name="T56" fmla="*/ 18 w 45"/>
                <a:gd name="T57" fmla="*/ 11 h 53"/>
                <a:gd name="T58" fmla="*/ 15 w 45"/>
                <a:gd name="T59" fmla="*/ 13 h 53"/>
                <a:gd name="T60" fmla="*/ 13 w 45"/>
                <a:gd name="T61" fmla="*/ 17 h 53"/>
                <a:gd name="T62" fmla="*/ 12 w 45"/>
                <a:gd name="T63" fmla="*/ 21 h 53"/>
                <a:gd name="T64" fmla="*/ 33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0" y="18"/>
                    <a:pt x="2" y="15"/>
                  </a:cubicBezTo>
                  <a:cubicBezTo>
                    <a:pt x="3" y="12"/>
                    <a:pt x="5" y="9"/>
                    <a:pt x="7" y="7"/>
                  </a:cubicBezTo>
                  <a:cubicBezTo>
                    <a:pt x="9" y="4"/>
                    <a:pt x="12" y="3"/>
                    <a:pt x="14" y="2"/>
                  </a:cubicBezTo>
                  <a:cubicBezTo>
                    <a:pt x="17" y="0"/>
                    <a:pt x="20" y="0"/>
                    <a:pt x="23" y="0"/>
                  </a:cubicBezTo>
                  <a:cubicBezTo>
                    <a:pt x="30" y="0"/>
                    <a:pt x="35" y="2"/>
                    <a:pt x="39"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2" y="43"/>
                    <a:pt x="27" y="43"/>
                  </a:cubicBezTo>
                  <a:cubicBezTo>
                    <a:pt x="30" y="43"/>
                    <a:pt x="32" y="42"/>
                    <a:pt x="35" y="42"/>
                  </a:cubicBezTo>
                  <a:cubicBezTo>
                    <a:pt x="37" y="41"/>
                    <a:pt x="39" y="41"/>
                    <a:pt x="40" y="40"/>
                  </a:cubicBezTo>
                  <a:cubicBezTo>
                    <a:pt x="42" y="50"/>
                    <a:pt x="42" y="50"/>
                    <a:pt x="42" y="50"/>
                  </a:cubicBezTo>
                  <a:cubicBezTo>
                    <a:pt x="41" y="50"/>
                    <a:pt x="40" y="50"/>
                    <a:pt x="39" y="51"/>
                  </a:cubicBezTo>
                  <a:cubicBezTo>
                    <a:pt x="38" y="51"/>
                    <a:pt x="37" y="51"/>
                    <a:pt x="35" y="52"/>
                  </a:cubicBezTo>
                  <a:cubicBezTo>
                    <a:pt x="34" y="52"/>
                    <a:pt x="32" y="52"/>
                    <a:pt x="31" y="52"/>
                  </a:cubicBezTo>
                  <a:cubicBezTo>
                    <a:pt x="29" y="53"/>
                    <a:pt x="27" y="53"/>
                    <a:pt x="26" y="53"/>
                  </a:cubicBezTo>
                  <a:cubicBezTo>
                    <a:pt x="21" y="53"/>
                    <a:pt x="17" y="52"/>
                    <a:pt x="14" y="51"/>
                  </a:cubicBezTo>
                  <a:cubicBezTo>
                    <a:pt x="11" y="49"/>
                    <a:pt x="8" y="48"/>
                    <a:pt x="6" y="45"/>
                  </a:cubicBezTo>
                  <a:cubicBezTo>
                    <a:pt x="4" y="43"/>
                    <a:pt x="2" y="40"/>
                    <a:pt x="1" y="37"/>
                  </a:cubicBezTo>
                  <a:cubicBezTo>
                    <a:pt x="0" y="34"/>
                    <a:pt x="0" y="30"/>
                    <a:pt x="0" y="27"/>
                  </a:cubicBezTo>
                  <a:close/>
                  <a:moveTo>
                    <a:pt x="33" y="21"/>
                  </a:moveTo>
                  <a:cubicBezTo>
                    <a:pt x="33" y="20"/>
                    <a:pt x="33" y="18"/>
                    <a:pt x="33" y="17"/>
                  </a:cubicBezTo>
                  <a:cubicBezTo>
                    <a:pt x="32" y="15"/>
                    <a:pt x="32" y="14"/>
                    <a:pt x="31" y="13"/>
                  </a:cubicBezTo>
                  <a:cubicBezTo>
                    <a:pt x="30" y="12"/>
                    <a:pt x="29" y="11"/>
                    <a:pt x="28" y="11"/>
                  </a:cubicBezTo>
                  <a:cubicBezTo>
                    <a:pt x="26" y="10"/>
                    <a:pt x="25" y="10"/>
                    <a:pt x="23" y="10"/>
                  </a:cubicBezTo>
                  <a:cubicBezTo>
                    <a:pt x="21" y="10"/>
                    <a:pt x="20" y="10"/>
                    <a:pt x="18" y="11"/>
                  </a:cubicBezTo>
                  <a:cubicBezTo>
                    <a:pt x="17" y="11"/>
                    <a:pt x="16" y="12"/>
                    <a:pt x="15" y="13"/>
                  </a:cubicBezTo>
                  <a:cubicBezTo>
                    <a:pt x="14" y="14"/>
                    <a:pt x="13" y="16"/>
                    <a:pt x="13" y="17"/>
                  </a:cubicBezTo>
                  <a:cubicBezTo>
                    <a:pt x="12" y="18"/>
                    <a:pt x="12" y="20"/>
                    <a:pt x="12" y="21"/>
                  </a:cubicBezTo>
                  <a:lnTo>
                    <a:pt x="33"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11"/>
            <p:cNvSpPr>
              <a:spLocks/>
            </p:cNvSpPr>
            <p:nvPr userDrawn="1"/>
          </p:nvSpPr>
          <p:spPr bwMode="auto">
            <a:xfrm>
              <a:off x="2346100" y="5030484"/>
              <a:ext cx="422275" cy="322263"/>
            </a:xfrm>
            <a:custGeom>
              <a:avLst/>
              <a:gdLst>
                <a:gd name="T0" fmla="*/ 29 w 69"/>
                <a:gd name="T1" fmla="*/ 25 h 51"/>
                <a:gd name="T2" fmla="*/ 27 w 69"/>
                <a:gd name="T3" fmla="*/ 14 h 51"/>
                <a:gd name="T4" fmla="*/ 19 w 69"/>
                <a:gd name="T5" fmla="*/ 10 h 51"/>
                <a:gd name="T6" fmla="*/ 15 w 69"/>
                <a:gd name="T7" fmla="*/ 10 h 51"/>
                <a:gd name="T8" fmla="*/ 12 w 69"/>
                <a:gd name="T9" fmla="*/ 11 h 51"/>
                <a:gd name="T10" fmla="*/ 12 w 69"/>
                <a:gd name="T11" fmla="*/ 51 h 51"/>
                <a:gd name="T12" fmla="*/ 0 w 69"/>
                <a:gd name="T13" fmla="*/ 51 h 51"/>
                <a:gd name="T14" fmla="*/ 0 w 69"/>
                <a:gd name="T15" fmla="*/ 3 h 51"/>
                <a:gd name="T16" fmla="*/ 9 w 69"/>
                <a:gd name="T17" fmla="*/ 1 h 51"/>
                <a:gd name="T18" fmla="*/ 20 w 69"/>
                <a:gd name="T19" fmla="*/ 0 h 51"/>
                <a:gd name="T20" fmla="*/ 29 w 69"/>
                <a:gd name="T21" fmla="*/ 1 h 51"/>
                <a:gd name="T22" fmla="*/ 34 w 69"/>
                <a:gd name="T23" fmla="*/ 5 h 51"/>
                <a:gd name="T24" fmla="*/ 37 w 69"/>
                <a:gd name="T25" fmla="*/ 3 h 51"/>
                <a:gd name="T26" fmla="*/ 41 w 69"/>
                <a:gd name="T27" fmla="*/ 2 h 51"/>
                <a:gd name="T28" fmla="*/ 45 w 69"/>
                <a:gd name="T29" fmla="*/ 1 h 51"/>
                <a:gd name="T30" fmla="*/ 49 w 69"/>
                <a:gd name="T31" fmla="*/ 0 h 51"/>
                <a:gd name="T32" fmla="*/ 59 w 69"/>
                <a:gd name="T33" fmla="*/ 2 h 51"/>
                <a:gd name="T34" fmla="*/ 65 w 69"/>
                <a:gd name="T35" fmla="*/ 6 h 51"/>
                <a:gd name="T36" fmla="*/ 68 w 69"/>
                <a:gd name="T37" fmla="*/ 14 h 51"/>
                <a:gd name="T38" fmla="*/ 69 w 69"/>
                <a:gd name="T39" fmla="*/ 23 h 51"/>
                <a:gd name="T40" fmla="*/ 69 w 69"/>
                <a:gd name="T41" fmla="*/ 51 h 51"/>
                <a:gd name="T42" fmla="*/ 57 w 69"/>
                <a:gd name="T43" fmla="*/ 51 h 51"/>
                <a:gd name="T44" fmla="*/ 57 w 69"/>
                <a:gd name="T45" fmla="*/ 25 h 51"/>
                <a:gd name="T46" fmla="*/ 55 w 69"/>
                <a:gd name="T47" fmla="*/ 14 h 51"/>
                <a:gd name="T48" fmla="*/ 48 w 69"/>
                <a:gd name="T49" fmla="*/ 10 h 51"/>
                <a:gd name="T50" fmla="*/ 43 w 69"/>
                <a:gd name="T51" fmla="*/ 11 h 51"/>
                <a:gd name="T52" fmla="*/ 39 w 69"/>
                <a:gd name="T53" fmla="*/ 13 h 51"/>
                <a:gd name="T54" fmla="*/ 40 w 69"/>
                <a:gd name="T55" fmla="*/ 18 h 51"/>
                <a:gd name="T56" fmla="*/ 40 w 69"/>
                <a:gd name="T57" fmla="*/ 24 h 51"/>
                <a:gd name="T58" fmla="*/ 40 w 69"/>
                <a:gd name="T59" fmla="*/ 51 h 51"/>
                <a:gd name="T60" fmla="*/ 29 w 69"/>
                <a:gd name="T61" fmla="*/ 51 h 51"/>
                <a:gd name="T62" fmla="*/ 29 w 69"/>
                <a:gd name="T63"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9" h="51">
                  <a:moveTo>
                    <a:pt x="29" y="25"/>
                  </a:moveTo>
                  <a:cubicBezTo>
                    <a:pt x="29" y="20"/>
                    <a:pt x="28" y="16"/>
                    <a:pt x="27" y="14"/>
                  </a:cubicBezTo>
                  <a:cubicBezTo>
                    <a:pt x="25" y="11"/>
                    <a:pt x="23" y="10"/>
                    <a:pt x="19" y="10"/>
                  </a:cubicBezTo>
                  <a:cubicBezTo>
                    <a:pt x="18" y="10"/>
                    <a:pt x="17" y="10"/>
                    <a:pt x="15" y="10"/>
                  </a:cubicBezTo>
                  <a:cubicBezTo>
                    <a:pt x="13" y="11"/>
                    <a:pt x="12" y="11"/>
                    <a:pt x="12" y="11"/>
                  </a:cubicBezTo>
                  <a:cubicBezTo>
                    <a:pt x="12" y="51"/>
                    <a:pt x="12" y="51"/>
                    <a:pt x="12" y="51"/>
                  </a:cubicBezTo>
                  <a:cubicBezTo>
                    <a:pt x="0" y="51"/>
                    <a:pt x="0" y="51"/>
                    <a:pt x="0" y="51"/>
                  </a:cubicBezTo>
                  <a:cubicBezTo>
                    <a:pt x="0" y="3"/>
                    <a:pt x="0" y="3"/>
                    <a:pt x="0" y="3"/>
                  </a:cubicBezTo>
                  <a:cubicBezTo>
                    <a:pt x="2" y="2"/>
                    <a:pt x="5" y="2"/>
                    <a:pt x="9" y="1"/>
                  </a:cubicBezTo>
                  <a:cubicBezTo>
                    <a:pt x="12" y="0"/>
                    <a:pt x="16" y="0"/>
                    <a:pt x="20" y="0"/>
                  </a:cubicBezTo>
                  <a:cubicBezTo>
                    <a:pt x="24" y="0"/>
                    <a:pt x="26" y="1"/>
                    <a:pt x="29" y="1"/>
                  </a:cubicBezTo>
                  <a:cubicBezTo>
                    <a:pt x="31" y="2"/>
                    <a:pt x="33" y="4"/>
                    <a:pt x="34" y="5"/>
                  </a:cubicBezTo>
                  <a:cubicBezTo>
                    <a:pt x="35" y="4"/>
                    <a:pt x="36" y="4"/>
                    <a:pt x="37" y="3"/>
                  </a:cubicBezTo>
                  <a:cubicBezTo>
                    <a:pt x="38" y="3"/>
                    <a:pt x="39" y="2"/>
                    <a:pt x="41" y="2"/>
                  </a:cubicBezTo>
                  <a:cubicBezTo>
                    <a:pt x="42" y="1"/>
                    <a:pt x="43" y="1"/>
                    <a:pt x="45" y="1"/>
                  </a:cubicBezTo>
                  <a:cubicBezTo>
                    <a:pt x="46" y="0"/>
                    <a:pt x="48" y="0"/>
                    <a:pt x="49" y="0"/>
                  </a:cubicBezTo>
                  <a:cubicBezTo>
                    <a:pt x="53" y="0"/>
                    <a:pt x="56" y="1"/>
                    <a:pt x="59" y="2"/>
                  </a:cubicBezTo>
                  <a:cubicBezTo>
                    <a:pt x="62" y="3"/>
                    <a:pt x="63" y="4"/>
                    <a:pt x="65" y="6"/>
                  </a:cubicBezTo>
                  <a:cubicBezTo>
                    <a:pt x="66" y="9"/>
                    <a:pt x="67" y="11"/>
                    <a:pt x="68" y="14"/>
                  </a:cubicBezTo>
                  <a:cubicBezTo>
                    <a:pt x="68" y="17"/>
                    <a:pt x="69" y="20"/>
                    <a:pt x="69" y="23"/>
                  </a:cubicBezTo>
                  <a:cubicBezTo>
                    <a:pt x="69" y="51"/>
                    <a:pt x="69" y="51"/>
                    <a:pt x="69" y="51"/>
                  </a:cubicBezTo>
                  <a:cubicBezTo>
                    <a:pt x="57" y="51"/>
                    <a:pt x="57" y="51"/>
                    <a:pt x="57" y="51"/>
                  </a:cubicBezTo>
                  <a:cubicBezTo>
                    <a:pt x="57" y="25"/>
                    <a:pt x="57" y="25"/>
                    <a:pt x="57" y="25"/>
                  </a:cubicBezTo>
                  <a:cubicBezTo>
                    <a:pt x="57" y="20"/>
                    <a:pt x="56" y="16"/>
                    <a:pt x="55" y="14"/>
                  </a:cubicBezTo>
                  <a:cubicBezTo>
                    <a:pt x="54" y="11"/>
                    <a:pt x="51" y="10"/>
                    <a:pt x="48" y="10"/>
                  </a:cubicBezTo>
                  <a:cubicBezTo>
                    <a:pt x="46" y="10"/>
                    <a:pt x="44" y="10"/>
                    <a:pt x="43" y="11"/>
                  </a:cubicBezTo>
                  <a:cubicBezTo>
                    <a:pt x="41" y="12"/>
                    <a:pt x="40" y="12"/>
                    <a:pt x="39" y="13"/>
                  </a:cubicBezTo>
                  <a:cubicBezTo>
                    <a:pt x="39" y="14"/>
                    <a:pt x="40" y="16"/>
                    <a:pt x="40" y="18"/>
                  </a:cubicBezTo>
                  <a:cubicBezTo>
                    <a:pt x="40" y="20"/>
                    <a:pt x="40" y="22"/>
                    <a:pt x="40" y="24"/>
                  </a:cubicBezTo>
                  <a:cubicBezTo>
                    <a:pt x="40" y="51"/>
                    <a:pt x="40" y="51"/>
                    <a:pt x="40" y="51"/>
                  </a:cubicBezTo>
                  <a:cubicBezTo>
                    <a:pt x="29" y="51"/>
                    <a:pt x="29" y="51"/>
                    <a:pt x="29" y="51"/>
                  </a:cubicBezTo>
                  <a:lnTo>
                    <a:pt x="29" y="2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12"/>
            <p:cNvSpPr>
              <a:spLocks noEditPoints="1"/>
            </p:cNvSpPr>
            <p:nvPr userDrawn="1"/>
          </p:nvSpPr>
          <p:spPr bwMode="auto">
            <a:xfrm>
              <a:off x="2816000" y="5030484"/>
              <a:ext cx="250825" cy="328613"/>
            </a:xfrm>
            <a:custGeom>
              <a:avLst/>
              <a:gdLst>
                <a:gd name="T0" fmla="*/ 21 w 41"/>
                <a:gd name="T1" fmla="*/ 0 h 52"/>
                <a:gd name="T2" fmla="*/ 30 w 41"/>
                <a:gd name="T3" fmla="*/ 1 h 52"/>
                <a:gd name="T4" fmla="*/ 37 w 41"/>
                <a:gd name="T5" fmla="*/ 5 h 52"/>
                <a:gd name="T6" fmla="*/ 40 w 41"/>
                <a:gd name="T7" fmla="*/ 12 h 52"/>
                <a:gd name="T8" fmla="*/ 41 w 41"/>
                <a:gd name="T9" fmla="*/ 20 h 52"/>
                <a:gd name="T10" fmla="*/ 41 w 41"/>
                <a:gd name="T11" fmla="*/ 50 h 52"/>
                <a:gd name="T12" fmla="*/ 33 w 41"/>
                <a:gd name="T13" fmla="*/ 52 h 52"/>
                <a:gd name="T14" fmla="*/ 21 w 41"/>
                <a:gd name="T15" fmla="*/ 52 h 52"/>
                <a:gd name="T16" fmla="*/ 12 w 41"/>
                <a:gd name="T17" fmla="*/ 52 h 52"/>
                <a:gd name="T18" fmla="*/ 6 w 41"/>
                <a:gd name="T19" fmla="*/ 49 h 52"/>
                <a:gd name="T20" fmla="*/ 2 w 41"/>
                <a:gd name="T21" fmla="*/ 44 h 52"/>
                <a:gd name="T22" fmla="*/ 0 w 41"/>
                <a:gd name="T23" fmla="*/ 36 h 52"/>
                <a:gd name="T24" fmla="*/ 2 w 41"/>
                <a:gd name="T25" fmla="*/ 29 h 52"/>
                <a:gd name="T26" fmla="*/ 7 w 41"/>
                <a:gd name="T27" fmla="*/ 24 h 52"/>
                <a:gd name="T28" fmla="*/ 13 w 41"/>
                <a:gd name="T29" fmla="*/ 21 h 52"/>
                <a:gd name="T30" fmla="*/ 21 w 41"/>
                <a:gd name="T31" fmla="*/ 21 h 52"/>
                <a:gd name="T32" fmla="*/ 25 w 41"/>
                <a:gd name="T33" fmla="*/ 21 h 52"/>
                <a:gd name="T34" fmla="*/ 30 w 41"/>
                <a:gd name="T35" fmla="*/ 22 h 52"/>
                <a:gd name="T36" fmla="*/ 30 w 41"/>
                <a:gd name="T37" fmla="*/ 20 h 52"/>
                <a:gd name="T38" fmla="*/ 29 w 41"/>
                <a:gd name="T39" fmla="*/ 16 h 52"/>
                <a:gd name="T40" fmla="*/ 28 w 41"/>
                <a:gd name="T41" fmla="*/ 13 h 52"/>
                <a:gd name="T42" fmla="*/ 25 w 41"/>
                <a:gd name="T43" fmla="*/ 10 h 52"/>
                <a:gd name="T44" fmla="*/ 20 w 41"/>
                <a:gd name="T45" fmla="*/ 10 h 52"/>
                <a:gd name="T46" fmla="*/ 12 w 41"/>
                <a:gd name="T47" fmla="*/ 10 h 52"/>
                <a:gd name="T48" fmla="*/ 7 w 41"/>
                <a:gd name="T49" fmla="*/ 12 h 52"/>
                <a:gd name="T50" fmla="*/ 5 w 41"/>
                <a:gd name="T51" fmla="*/ 2 h 52"/>
                <a:gd name="T52" fmla="*/ 12 w 41"/>
                <a:gd name="T53" fmla="*/ 1 h 52"/>
                <a:gd name="T54" fmla="*/ 21 w 41"/>
                <a:gd name="T55" fmla="*/ 0 h 52"/>
                <a:gd name="T56" fmla="*/ 22 w 41"/>
                <a:gd name="T57" fmla="*/ 43 h 52"/>
                <a:gd name="T58" fmla="*/ 30 w 41"/>
                <a:gd name="T59" fmla="*/ 43 h 52"/>
                <a:gd name="T60" fmla="*/ 30 w 41"/>
                <a:gd name="T61" fmla="*/ 30 h 52"/>
                <a:gd name="T62" fmla="*/ 27 w 41"/>
                <a:gd name="T63" fmla="*/ 29 h 52"/>
                <a:gd name="T64" fmla="*/ 23 w 41"/>
                <a:gd name="T65" fmla="*/ 29 h 52"/>
                <a:gd name="T66" fmla="*/ 19 w 41"/>
                <a:gd name="T67" fmla="*/ 29 h 52"/>
                <a:gd name="T68" fmla="*/ 16 w 41"/>
                <a:gd name="T69" fmla="*/ 30 h 52"/>
                <a:gd name="T70" fmla="*/ 13 w 41"/>
                <a:gd name="T71" fmla="*/ 32 h 52"/>
                <a:gd name="T72" fmla="*/ 12 w 41"/>
                <a:gd name="T73" fmla="*/ 36 h 52"/>
                <a:gd name="T74" fmla="*/ 15 w 41"/>
                <a:gd name="T75" fmla="*/ 42 h 52"/>
                <a:gd name="T76" fmla="*/ 22 w 41"/>
                <a:gd name="T77" fmla="*/ 4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 h="52">
                  <a:moveTo>
                    <a:pt x="21" y="0"/>
                  </a:moveTo>
                  <a:cubicBezTo>
                    <a:pt x="25" y="0"/>
                    <a:pt x="28" y="0"/>
                    <a:pt x="30" y="1"/>
                  </a:cubicBezTo>
                  <a:cubicBezTo>
                    <a:pt x="33" y="2"/>
                    <a:pt x="35" y="4"/>
                    <a:pt x="37" y="5"/>
                  </a:cubicBezTo>
                  <a:cubicBezTo>
                    <a:pt x="38" y="7"/>
                    <a:pt x="39" y="9"/>
                    <a:pt x="40" y="12"/>
                  </a:cubicBezTo>
                  <a:cubicBezTo>
                    <a:pt x="41" y="14"/>
                    <a:pt x="41" y="17"/>
                    <a:pt x="41" y="20"/>
                  </a:cubicBezTo>
                  <a:cubicBezTo>
                    <a:pt x="41" y="50"/>
                    <a:pt x="41" y="50"/>
                    <a:pt x="41" y="50"/>
                  </a:cubicBezTo>
                  <a:cubicBezTo>
                    <a:pt x="39" y="51"/>
                    <a:pt x="37" y="51"/>
                    <a:pt x="33" y="52"/>
                  </a:cubicBezTo>
                  <a:cubicBezTo>
                    <a:pt x="29" y="52"/>
                    <a:pt x="25" y="52"/>
                    <a:pt x="21" y="52"/>
                  </a:cubicBezTo>
                  <a:cubicBezTo>
                    <a:pt x="18" y="52"/>
                    <a:pt x="15" y="52"/>
                    <a:pt x="12" y="52"/>
                  </a:cubicBezTo>
                  <a:cubicBezTo>
                    <a:pt x="10" y="51"/>
                    <a:pt x="8" y="50"/>
                    <a:pt x="6" y="49"/>
                  </a:cubicBezTo>
                  <a:cubicBezTo>
                    <a:pt x="4" y="47"/>
                    <a:pt x="3" y="46"/>
                    <a:pt x="2" y="44"/>
                  </a:cubicBezTo>
                  <a:cubicBezTo>
                    <a:pt x="1" y="42"/>
                    <a:pt x="0" y="39"/>
                    <a:pt x="0" y="36"/>
                  </a:cubicBezTo>
                  <a:cubicBezTo>
                    <a:pt x="0" y="33"/>
                    <a:pt x="1" y="31"/>
                    <a:pt x="2" y="29"/>
                  </a:cubicBezTo>
                  <a:cubicBezTo>
                    <a:pt x="3" y="27"/>
                    <a:pt x="5" y="25"/>
                    <a:pt x="7" y="24"/>
                  </a:cubicBezTo>
                  <a:cubicBezTo>
                    <a:pt x="9" y="23"/>
                    <a:pt x="11" y="22"/>
                    <a:pt x="13" y="21"/>
                  </a:cubicBezTo>
                  <a:cubicBezTo>
                    <a:pt x="16" y="21"/>
                    <a:pt x="19" y="21"/>
                    <a:pt x="21" y="21"/>
                  </a:cubicBezTo>
                  <a:cubicBezTo>
                    <a:pt x="23" y="21"/>
                    <a:pt x="24" y="21"/>
                    <a:pt x="25" y="21"/>
                  </a:cubicBezTo>
                  <a:cubicBezTo>
                    <a:pt x="27" y="21"/>
                    <a:pt x="28" y="21"/>
                    <a:pt x="30" y="22"/>
                  </a:cubicBezTo>
                  <a:cubicBezTo>
                    <a:pt x="30" y="20"/>
                    <a:pt x="30" y="20"/>
                    <a:pt x="30" y="20"/>
                  </a:cubicBezTo>
                  <a:cubicBezTo>
                    <a:pt x="30" y="18"/>
                    <a:pt x="30" y="17"/>
                    <a:pt x="29" y="16"/>
                  </a:cubicBezTo>
                  <a:cubicBezTo>
                    <a:pt x="29" y="15"/>
                    <a:pt x="28" y="14"/>
                    <a:pt x="28" y="13"/>
                  </a:cubicBezTo>
                  <a:cubicBezTo>
                    <a:pt x="27" y="12"/>
                    <a:pt x="26" y="11"/>
                    <a:pt x="25" y="10"/>
                  </a:cubicBezTo>
                  <a:cubicBezTo>
                    <a:pt x="23" y="10"/>
                    <a:pt x="22" y="10"/>
                    <a:pt x="20" y="10"/>
                  </a:cubicBezTo>
                  <a:cubicBezTo>
                    <a:pt x="17" y="10"/>
                    <a:pt x="14" y="10"/>
                    <a:pt x="12" y="10"/>
                  </a:cubicBezTo>
                  <a:cubicBezTo>
                    <a:pt x="10" y="11"/>
                    <a:pt x="8" y="11"/>
                    <a:pt x="7" y="12"/>
                  </a:cubicBezTo>
                  <a:cubicBezTo>
                    <a:pt x="5" y="2"/>
                    <a:pt x="5" y="2"/>
                    <a:pt x="5" y="2"/>
                  </a:cubicBezTo>
                  <a:cubicBezTo>
                    <a:pt x="7" y="2"/>
                    <a:pt x="9" y="1"/>
                    <a:pt x="12" y="1"/>
                  </a:cubicBezTo>
                  <a:cubicBezTo>
                    <a:pt x="15" y="0"/>
                    <a:pt x="18" y="0"/>
                    <a:pt x="21" y="0"/>
                  </a:cubicBezTo>
                  <a:close/>
                  <a:moveTo>
                    <a:pt x="22" y="43"/>
                  </a:moveTo>
                  <a:cubicBezTo>
                    <a:pt x="25" y="43"/>
                    <a:pt x="28" y="43"/>
                    <a:pt x="30" y="43"/>
                  </a:cubicBezTo>
                  <a:cubicBezTo>
                    <a:pt x="30" y="30"/>
                    <a:pt x="30" y="30"/>
                    <a:pt x="30" y="30"/>
                  </a:cubicBezTo>
                  <a:cubicBezTo>
                    <a:pt x="29" y="30"/>
                    <a:pt x="28" y="29"/>
                    <a:pt x="27" y="29"/>
                  </a:cubicBezTo>
                  <a:cubicBezTo>
                    <a:pt x="26" y="29"/>
                    <a:pt x="24" y="29"/>
                    <a:pt x="23" y="29"/>
                  </a:cubicBezTo>
                  <a:cubicBezTo>
                    <a:pt x="22" y="29"/>
                    <a:pt x="20" y="29"/>
                    <a:pt x="19" y="29"/>
                  </a:cubicBezTo>
                  <a:cubicBezTo>
                    <a:pt x="18" y="29"/>
                    <a:pt x="17" y="30"/>
                    <a:pt x="16" y="30"/>
                  </a:cubicBezTo>
                  <a:cubicBezTo>
                    <a:pt x="15" y="31"/>
                    <a:pt x="14" y="31"/>
                    <a:pt x="13" y="32"/>
                  </a:cubicBezTo>
                  <a:cubicBezTo>
                    <a:pt x="12" y="33"/>
                    <a:pt x="12" y="35"/>
                    <a:pt x="12" y="36"/>
                  </a:cubicBezTo>
                  <a:cubicBezTo>
                    <a:pt x="12" y="39"/>
                    <a:pt x="13" y="41"/>
                    <a:pt x="15" y="42"/>
                  </a:cubicBezTo>
                  <a:cubicBezTo>
                    <a:pt x="16" y="43"/>
                    <a:pt x="19" y="43"/>
                    <a:pt x="22"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13"/>
            <p:cNvSpPr>
              <a:spLocks/>
            </p:cNvSpPr>
            <p:nvPr userDrawn="1"/>
          </p:nvSpPr>
          <p:spPr bwMode="auto">
            <a:xfrm>
              <a:off x="3141437"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14"/>
            <p:cNvSpPr>
              <a:spLocks/>
            </p:cNvSpPr>
            <p:nvPr userDrawn="1"/>
          </p:nvSpPr>
          <p:spPr bwMode="auto">
            <a:xfrm>
              <a:off x="3373212" y="4943171"/>
              <a:ext cx="188913" cy="422275"/>
            </a:xfrm>
            <a:custGeom>
              <a:avLst/>
              <a:gdLst>
                <a:gd name="T0" fmla="*/ 0 w 31"/>
                <a:gd name="T1" fmla="*/ 2 h 67"/>
                <a:gd name="T2" fmla="*/ 12 w 31"/>
                <a:gd name="T3" fmla="*/ 0 h 67"/>
                <a:gd name="T4" fmla="*/ 12 w 31"/>
                <a:gd name="T5" fmla="*/ 15 h 67"/>
                <a:gd name="T6" fmla="*/ 29 w 31"/>
                <a:gd name="T7" fmla="*/ 15 h 67"/>
                <a:gd name="T8" fmla="*/ 29 w 31"/>
                <a:gd name="T9" fmla="*/ 25 h 67"/>
                <a:gd name="T10" fmla="*/ 12 w 31"/>
                <a:gd name="T11" fmla="*/ 25 h 67"/>
                <a:gd name="T12" fmla="*/ 12 w 31"/>
                <a:gd name="T13" fmla="*/ 45 h 67"/>
                <a:gd name="T14" fmla="*/ 14 w 31"/>
                <a:gd name="T15" fmla="*/ 54 h 67"/>
                <a:gd name="T16" fmla="*/ 20 w 31"/>
                <a:gd name="T17" fmla="*/ 57 h 67"/>
                <a:gd name="T18" fmla="*/ 26 w 31"/>
                <a:gd name="T19" fmla="*/ 56 h 67"/>
                <a:gd name="T20" fmla="*/ 30 w 31"/>
                <a:gd name="T21" fmla="*/ 55 h 67"/>
                <a:gd name="T22" fmla="*/ 31 w 31"/>
                <a:gd name="T23" fmla="*/ 64 h 67"/>
                <a:gd name="T24" fmla="*/ 26 w 31"/>
                <a:gd name="T25" fmla="*/ 66 h 67"/>
                <a:gd name="T26" fmla="*/ 19 w 31"/>
                <a:gd name="T27" fmla="*/ 67 h 67"/>
                <a:gd name="T28" fmla="*/ 10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2" y="0"/>
                    <a:pt x="12" y="0"/>
                    <a:pt x="12" y="0"/>
                  </a:cubicBezTo>
                  <a:cubicBezTo>
                    <a:pt x="12" y="15"/>
                    <a:pt x="12" y="15"/>
                    <a:pt x="12" y="15"/>
                  </a:cubicBezTo>
                  <a:cubicBezTo>
                    <a:pt x="29" y="15"/>
                    <a:pt x="29" y="15"/>
                    <a:pt x="29" y="15"/>
                  </a:cubicBezTo>
                  <a:cubicBezTo>
                    <a:pt x="29" y="25"/>
                    <a:pt x="29" y="25"/>
                    <a:pt x="29" y="25"/>
                  </a:cubicBezTo>
                  <a:cubicBezTo>
                    <a:pt x="12" y="25"/>
                    <a:pt x="12" y="25"/>
                    <a:pt x="12" y="25"/>
                  </a:cubicBezTo>
                  <a:cubicBezTo>
                    <a:pt x="12" y="45"/>
                    <a:pt x="12" y="45"/>
                    <a:pt x="12" y="45"/>
                  </a:cubicBezTo>
                  <a:cubicBezTo>
                    <a:pt x="12" y="49"/>
                    <a:pt x="12" y="52"/>
                    <a:pt x="14" y="54"/>
                  </a:cubicBezTo>
                  <a:cubicBezTo>
                    <a:pt x="15" y="56"/>
                    <a:pt x="17" y="57"/>
                    <a:pt x="20" y="57"/>
                  </a:cubicBezTo>
                  <a:cubicBezTo>
                    <a:pt x="22" y="57"/>
                    <a:pt x="24" y="56"/>
                    <a:pt x="26" y="56"/>
                  </a:cubicBezTo>
                  <a:cubicBezTo>
                    <a:pt x="27" y="55"/>
                    <a:pt x="29" y="55"/>
                    <a:pt x="30" y="55"/>
                  </a:cubicBezTo>
                  <a:cubicBezTo>
                    <a:pt x="31" y="64"/>
                    <a:pt x="31" y="64"/>
                    <a:pt x="31" y="64"/>
                  </a:cubicBezTo>
                  <a:cubicBezTo>
                    <a:pt x="30" y="64"/>
                    <a:pt x="28" y="65"/>
                    <a:pt x="26" y="66"/>
                  </a:cubicBezTo>
                  <a:cubicBezTo>
                    <a:pt x="24" y="66"/>
                    <a:pt x="21" y="67"/>
                    <a:pt x="19" y="67"/>
                  </a:cubicBezTo>
                  <a:cubicBezTo>
                    <a:pt x="15" y="67"/>
                    <a:pt x="12" y="66"/>
                    <a:pt x="10"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15"/>
            <p:cNvSpPr>
              <a:spLocks noEditPoints="1"/>
            </p:cNvSpPr>
            <p:nvPr userDrawn="1"/>
          </p:nvSpPr>
          <p:spPr bwMode="auto">
            <a:xfrm>
              <a:off x="3587525"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1" y="0"/>
                    <a:pt x="23" y="0"/>
                  </a:cubicBezTo>
                  <a:cubicBezTo>
                    <a:pt x="30" y="0"/>
                    <a:pt x="36" y="2"/>
                    <a:pt x="40" y="6"/>
                  </a:cubicBezTo>
                  <a:cubicBezTo>
                    <a:pt x="44"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8" y="11"/>
                    <a:pt x="16" y="12"/>
                    <a:pt x="15" y="13"/>
                  </a:cubicBezTo>
                  <a:cubicBezTo>
                    <a:pt x="15" y="14"/>
                    <a:pt x="14" y="16"/>
                    <a:pt x="13" y="17"/>
                  </a:cubicBezTo>
                  <a:cubicBezTo>
                    <a:pt x="13" y="18"/>
                    <a:pt x="12" y="20"/>
                    <a:pt x="12"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16"/>
            <p:cNvSpPr>
              <a:spLocks/>
            </p:cNvSpPr>
            <p:nvPr userDrawn="1"/>
          </p:nvSpPr>
          <p:spPr bwMode="auto">
            <a:xfrm>
              <a:off x="3928837" y="5030484"/>
              <a:ext cx="184150" cy="322263"/>
            </a:xfrm>
            <a:custGeom>
              <a:avLst/>
              <a:gdLst>
                <a:gd name="T0" fmla="*/ 28 w 30"/>
                <a:gd name="T1" fmla="*/ 12 h 51"/>
                <a:gd name="T2" fmla="*/ 24 w 30"/>
                <a:gd name="T3" fmla="*/ 11 h 51"/>
                <a:gd name="T4" fmla="*/ 19 w 30"/>
                <a:gd name="T5" fmla="*/ 10 h 51"/>
                <a:gd name="T6" fmla="*/ 14 w 30"/>
                <a:gd name="T7" fmla="*/ 10 h 51"/>
                <a:gd name="T8" fmla="*/ 11 w 30"/>
                <a:gd name="T9" fmla="*/ 11 h 51"/>
                <a:gd name="T10" fmla="*/ 11 w 30"/>
                <a:gd name="T11" fmla="*/ 51 h 51"/>
                <a:gd name="T12" fmla="*/ 0 w 30"/>
                <a:gd name="T13" fmla="*/ 51 h 51"/>
                <a:gd name="T14" fmla="*/ 0 w 30"/>
                <a:gd name="T15" fmla="*/ 4 h 51"/>
                <a:gd name="T16" fmla="*/ 8 w 30"/>
                <a:gd name="T17" fmla="*/ 1 h 51"/>
                <a:gd name="T18" fmla="*/ 19 w 30"/>
                <a:gd name="T19" fmla="*/ 0 h 51"/>
                <a:gd name="T20" fmla="*/ 22 w 30"/>
                <a:gd name="T21" fmla="*/ 0 h 51"/>
                <a:gd name="T22" fmla="*/ 25 w 30"/>
                <a:gd name="T23" fmla="*/ 1 h 51"/>
                <a:gd name="T24" fmla="*/ 28 w 30"/>
                <a:gd name="T25" fmla="*/ 1 h 51"/>
                <a:gd name="T26" fmla="*/ 30 w 30"/>
                <a:gd name="T27" fmla="*/ 2 h 51"/>
                <a:gd name="T28" fmla="*/ 28 w 30"/>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51">
                  <a:moveTo>
                    <a:pt x="28" y="12"/>
                  </a:moveTo>
                  <a:cubicBezTo>
                    <a:pt x="27" y="11"/>
                    <a:pt x="26" y="11"/>
                    <a:pt x="24" y="11"/>
                  </a:cubicBezTo>
                  <a:cubicBezTo>
                    <a:pt x="23" y="10"/>
                    <a:pt x="21" y="10"/>
                    <a:pt x="19" y="10"/>
                  </a:cubicBezTo>
                  <a:cubicBezTo>
                    <a:pt x="17" y="10"/>
                    <a:pt x="16" y="10"/>
                    <a:pt x="14" y="10"/>
                  </a:cubicBezTo>
                  <a:cubicBezTo>
                    <a:pt x="13" y="11"/>
                    <a:pt x="12" y="11"/>
                    <a:pt x="11" y="11"/>
                  </a:cubicBezTo>
                  <a:cubicBezTo>
                    <a:pt x="11" y="51"/>
                    <a:pt x="11" y="51"/>
                    <a:pt x="11" y="51"/>
                  </a:cubicBezTo>
                  <a:cubicBezTo>
                    <a:pt x="0" y="51"/>
                    <a:pt x="0" y="51"/>
                    <a:pt x="0" y="51"/>
                  </a:cubicBezTo>
                  <a:cubicBezTo>
                    <a:pt x="0" y="4"/>
                    <a:pt x="0" y="4"/>
                    <a:pt x="0" y="4"/>
                  </a:cubicBezTo>
                  <a:cubicBezTo>
                    <a:pt x="2" y="3"/>
                    <a:pt x="5" y="2"/>
                    <a:pt x="8" y="1"/>
                  </a:cubicBezTo>
                  <a:cubicBezTo>
                    <a:pt x="12" y="0"/>
                    <a:pt x="15" y="0"/>
                    <a:pt x="19" y="0"/>
                  </a:cubicBezTo>
                  <a:cubicBezTo>
                    <a:pt x="20" y="0"/>
                    <a:pt x="21" y="0"/>
                    <a:pt x="22" y="0"/>
                  </a:cubicBezTo>
                  <a:cubicBezTo>
                    <a:pt x="23" y="0"/>
                    <a:pt x="24" y="0"/>
                    <a:pt x="25" y="1"/>
                  </a:cubicBezTo>
                  <a:cubicBezTo>
                    <a:pt x="26" y="1"/>
                    <a:pt x="27" y="1"/>
                    <a:pt x="28" y="1"/>
                  </a:cubicBezTo>
                  <a:cubicBezTo>
                    <a:pt x="29" y="1"/>
                    <a:pt x="30" y="2"/>
                    <a:pt x="30" y="2"/>
                  </a:cubicBezTo>
                  <a:lnTo>
                    <a:pt x="28" y="1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17"/>
            <p:cNvSpPr>
              <a:spLocks/>
            </p:cNvSpPr>
            <p:nvPr userDrawn="1"/>
          </p:nvSpPr>
          <p:spPr bwMode="auto">
            <a:xfrm>
              <a:off x="4100287" y="5276546"/>
              <a:ext cx="98425" cy="176213"/>
            </a:xfrm>
            <a:custGeom>
              <a:avLst/>
              <a:gdLst>
                <a:gd name="T0" fmla="*/ 16 w 16"/>
                <a:gd name="T1" fmla="*/ 0 h 28"/>
                <a:gd name="T2" fmla="*/ 16 w 16"/>
                <a:gd name="T3" fmla="*/ 2 h 28"/>
                <a:gd name="T4" fmla="*/ 16 w 16"/>
                <a:gd name="T5" fmla="*/ 4 h 28"/>
                <a:gd name="T6" fmla="*/ 14 w 16"/>
                <a:gd name="T7" fmla="*/ 16 h 28"/>
                <a:gd name="T8" fmla="*/ 9 w 16"/>
                <a:gd name="T9" fmla="*/ 28 h 28"/>
                <a:gd name="T10" fmla="*/ 0 w 16"/>
                <a:gd name="T11" fmla="*/ 25 h 28"/>
                <a:gd name="T12" fmla="*/ 3 w 16"/>
                <a:gd name="T13" fmla="*/ 14 h 28"/>
                <a:gd name="T14" fmla="*/ 4 w 16"/>
                <a:gd name="T15" fmla="*/ 5 h 28"/>
                <a:gd name="T16" fmla="*/ 4 w 16"/>
                <a:gd name="T17" fmla="*/ 2 h 28"/>
                <a:gd name="T18" fmla="*/ 4 w 16"/>
                <a:gd name="T19" fmla="*/ 0 h 28"/>
                <a:gd name="T20" fmla="*/ 16 w 16"/>
                <a:gd name="T21"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8">
                  <a:moveTo>
                    <a:pt x="16" y="0"/>
                  </a:moveTo>
                  <a:cubicBezTo>
                    <a:pt x="16" y="1"/>
                    <a:pt x="16" y="1"/>
                    <a:pt x="16" y="2"/>
                  </a:cubicBezTo>
                  <a:cubicBezTo>
                    <a:pt x="16" y="3"/>
                    <a:pt x="16" y="3"/>
                    <a:pt x="16" y="4"/>
                  </a:cubicBezTo>
                  <a:cubicBezTo>
                    <a:pt x="16" y="8"/>
                    <a:pt x="15" y="12"/>
                    <a:pt x="14" y="16"/>
                  </a:cubicBezTo>
                  <a:cubicBezTo>
                    <a:pt x="13" y="20"/>
                    <a:pt x="11" y="24"/>
                    <a:pt x="9" y="28"/>
                  </a:cubicBezTo>
                  <a:cubicBezTo>
                    <a:pt x="0" y="25"/>
                    <a:pt x="0" y="25"/>
                    <a:pt x="0" y="25"/>
                  </a:cubicBezTo>
                  <a:cubicBezTo>
                    <a:pt x="1" y="22"/>
                    <a:pt x="2" y="18"/>
                    <a:pt x="3" y="14"/>
                  </a:cubicBezTo>
                  <a:cubicBezTo>
                    <a:pt x="3" y="11"/>
                    <a:pt x="4" y="8"/>
                    <a:pt x="4" y="5"/>
                  </a:cubicBezTo>
                  <a:cubicBezTo>
                    <a:pt x="4" y="4"/>
                    <a:pt x="4" y="3"/>
                    <a:pt x="4" y="2"/>
                  </a:cubicBezTo>
                  <a:cubicBezTo>
                    <a:pt x="4" y="1"/>
                    <a:pt x="4" y="0"/>
                    <a:pt x="4" y="0"/>
                  </a:cubicBezTo>
                  <a:lnTo>
                    <a:pt x="16"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18"/>
            <p:cNvSpPr>
              <a:spLocks/>
            </p:cNvSpPr>
            <p:nvPr userDrawn="1"/>
          </p:nvSpPr>
          <p:spPr bwMode="auto">
            <a:xfrm>
              <a:off x="4393975" y="5030484"/>
              <a:ext cx="188913" cy="322263"/>
            </a:xfrm>
            <a:custGeom>
              <a:avLst/>
              <a:gdLst>
                <a:gd name="T0" fmla="*/ 29 w 31"/>
                <a:gd name="T1" fmla="*/ 12 h 51"/>
                <a:gd name="T2" fmla="*/ 25 w 31"/>
                <a:gd name="T3" fmla="*/ 11 h 51"/>
                <a:gd name="T4" fmla="*/ 19 w 31"/>
                <a:gd name="T5" fmla="*/ 10 h 51"/>
                <a:gd name="T6" fmla="*/ 15 w 31"/>
                <a:gd name="T7" fmla="*/ 10 h 51"/>
                <a:gd name="T8" fmla="*/ 12 w 31"/>
                <a:gd name="T9" fmla="*/ 11 h 51"/>
                <a:gd name="T10" fmla="*/ 12 w 31"/>
                <a:gd name="T11" fmla="*/ 51 h 51"/>
                <a:gd name="T12" fmla="*/ 0 w 31"/>
                <a:gd name="T13" fmla="*/ 51 h 51"/>
                <a:gd name="T14" fmla="*/ 0 w 31"/>
                <a:gd name="T15" fmla="*/ 4 h 51"/>
                <a:gd name="T16" fmla="*/ 9 w 31"/>
                <a:gd name="T17" fmla="*/ 1 h 51"/>
                <a:gd name="T18" fmla="*/ 20 w 31"/>
                <a:gd name="T19" fmla="*/ 0 h 51"/>
                <a:gd name="T20" fmla="*/ 22 w 31"/>
                <a:gd name="T21" fmla="*/ 0 h 51"/>
                <a:gd name="T22" fmla="*/ 25 w 31"/>
                <a:gd name="T23" fmla="*/ 1 h 51"/>
                <a:gd name="T24" fmla="*/ 28 w 31"/>
                <a:gd name="T25" fmla="*/ 1 h 51"/>
                <a:gd name="T26" fmla="*/ 31 w 31"/>
                <a:gd name="T27" fmla="*/ 2 h 51"/>
                <a:gd name="T28" fmla="*/ 29 w 31"/>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51">
                  <a:moveTo>
                    <a:pt x="29" y="12"/>
                  </a:moveTo>
                  <a:cubicBezTo>
                    <a:pt x="28" y="11"/>
                    <a:pt x="26" y="11"/>
                    <a:pt x="25" y="11"/>
                  </a:cubicBezTo>
                  <a:cubicBezTo>
                    <a:pt x="23" y="10"/>
                    <a:pt x="21" y="10"/>
                    <a:pt x="19" y="10"/>
                  </a:cubicBezTo>
                  <a:cubicBezTo>
                    <a:pt x="18" y="10"/>
                    <a:pt x="16" y="10"/>
                    <a:pt x="15" y="10"/>
                  </a:cubicBezTo>
                  <a:cubicBezTo>
                    <a:pt x="13" y="11"/>
                    <a:pt x="12" y="11"/>
                    <a:pt x="12" y="11"/>
                  </a:cubicBezTo>
                  <a:cubicBezTo>
                    <a:pt x="12" y="51"/>
                    <a:pt x="12" y="51"/>
                    <a:pt x="12" y="51"/>
                  </a:cubicBezTo>
                  <a:cubicBezTo>
                    <a:pt x="0" y="51"/>
                    <a:pt x="0" y="51"/>
                    <a:pt x="0" y="51"/>
                  </a:cubicBezTo>
                  <a:cubicBezTo>
                    <a:pt x="0" y="4"/>
                    <a:pt x="0" y="4"/>
                    <a:pt x="0" y="4"/>
                  </a:cubicBezTo>
                  <a:cubicBezTo>
                    <a:pt x="2" y="3"/>
                    <a:pt x="5" y="2"/>
                    <a:pt x="9" y="1"/>
                  </a:cubicBezTo>
                  <a:cubicBezTo>
                    <a:pt x="12" y="0"/>
                    <a:pt x="16" y="0"/>
                    <a:pt x="20" y="0"/>
                  </a:cubicBezTo>
                  <a:cubicBezTo>
                    <a:pt x="20" y="0"/>
                    <a:pt x="21" y="0"/>
                    <a:pt x="22" y="0"/>
                  </a:cubicBezTo>
                  <a:cubicBezTo>
                    <a:pt x="23" y="0"/>
                    <a:pt x="24" y="0"/>
                    <a:pt x="25" y="1"/>
                  </a:cubicBezTo>
                  <a:cubicBezTo>
                    <a:pt x="26" y="1"/>
                    <a:pt x="27" y="1"/>
                    <a:pt x="28" y="1"/>
                  </a:cubicBezTo>
                  <a:cubicBezTo>
                    <a:pt x="29" y="1"/>
                    <a:pt x="30" y="2"/>
                    <a:pt x="31" y="2"/>
                  </a:cubicBezTo>
                  <a:lnTo>
                    <a:pt x="29" y="1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19"/>
            <p:cNvSpPr>
              <a:spLocks noEditPoints="1"/>
            </p:cNvSpPr>
            <p:nvPr userDrawn="1"/>
          </p:nvSpPr>
          <p:spPr bwMode="auto">
            <a:xfrm>
              <a:off x="4601938"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0" y="0"/>
                    <a:pt x="23" y="0"/>
                  </a:cubicBezTo>
                  <a:cubicBezTo>
                    <a:pt x="30" y="0"/>
                    <a:pt x="36" y="2"/>
                    <a:pt x="40"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7" y="11"/>
                    <a:pt x="16" y="12"/>
                    <a:pt x="15" y="13"/>
                  </a:cubicBezTo>
                  <a:cubicBezTo>
                    <a:pt x="14" y="14"/>
                    <a:pt x="14" y="16"/>
                    <a:pt x="13" y="17"/>
                  </a:cubicBezTo>
                  <a:cubicBezTo>
                    <a:pt x="13" y="18"/>
                    <a:pt x="12" y="20"/>
                    <a:pt x="12"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0"/>
            <p:cNvSpPr>
              <a:spLocks/>
            </p:cNvSpPr>
            <p:nvPr userDrawn="1"/>
          </p:nvSpPr>
          <p:spPr bwMode="auto">
            <a:xfrm>
              <a:off x="491943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10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3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6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2" y="43"/>
                    <a:pt x="23" y="42"/>
                  </a:cubicBezTo>
                  <a:cubicBezTo>
                    <a:pt x="24" y="41"/>
                    <a:pt x="25" y="40"/>
                    <a:pt x="25" y="38"/>
                  </a:cubicBezTo>
                  <a:cubicBezTo>
                    <a:pt x="25" y="36"/>
                    <a:pt x="24" y="35"/>
                    <a:pt x="23" y="34"/>
                  </a:cubicBezTo>
                  <a:cubicBezTo>
                    <a:pt x="21" y="33"/>
                    <a:pt x="19" y="32"/>
                    <a:pt x="15" y="30"/>
                  </a:cubicBezTo>
                  <a:cubicBezTo>
                    <a:pt x="13" y="30"/>
                    <a:pt x="11" y="29"/>
                    <a:pt x="10" y="28"/>
                  </a:cubicBezTo>
                  <a:cubicBezTo>
                    <a:pt x="8" y="27"/>
                    <a:pt x="6" y="26"/>
                    <a:pt x="5" y="25"/>
                  </a:cubicBezTo>
                  <a:cubicBezTo>
                    <a:pt x="4" y="24"/>
                    <a:pt x="3" y="22"/>
                    <a:pt x="2" y="21"/>
                  </a:cubicBezTo>
                  <a:cubicBezTo>
                    <a:pt x="1" y="19"/>
                    <a:pt x="1" y="17"/>
                    <a:pt x="1" y="15"/>
                  </a:cubicBezTo>
                  <a:cubicBezTo>
                    <a:pt x="1" y="10"/>
                    <a:pt x="3" y="7"/>
                    <a:pt x="6" y="4"/>
                  </a:cubicBezTo>
                  <a:cubicBezTo>
                    <a:pt x="9" y="1"/>
                    <a:pt x="14" y="0"/>
                    <a:pt x="20" y="0"/>
                  </a:cubicBezTo>
                  <a:cubicBezTo>
                    <a:pt x="23" y="0"/>
                    <a:pt x="26"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3" y="13"/>
                    <a:pt x="13" y="14"/>
                  </a:cubicBezTo>
                  <a:cubicBezTo>
                    <a:pt x="13" y="15"/>
                    <a:pt x="13" y="16"/>
                    <a:pt x="13" y="17"/>
                  </a:cubicBezTo>
                  <a:cubicBezTo>
                    <a:pt x="13" y="17"/>
                    <a:pt x="14" y="18"/>
                    <a:pt x="14" y="18"/>
                  </a:cubicBezTo>
                  <a:cubicBezTo>
                    <a:pt x="15" y="19"/>
                    <a:pt x="16" y="19"/>
                    <a:pt x="17" y="20"/>
                  </a:cubicBezTo>
                  <a:cubicBezTo>
                    <a:pt x="18" y="20"/>
                    <a:pt x="20" y="21"/>
                    <a:pt x="21" y="22"/>
                  </a:cubicBezTo>
                  <a:cubicBezTo>
                    <a:pt x="24" y="23"/>
                    <a:pt x="27" y="24"/>
                    <a:pt x="28" y="25"/>
                  </a:cubicBezTo>
                  <a:cubicBezTo>
                    <a:pt x="30" y="26"/>
                    <a:pt x="32" y="27"/>
                    <a:pt x="33" y="28"/>
                  </a:cubicBezTo>
                  <a:cubicBezTo>
                    <a:pt x="34" y="29"/>
                    <a:pt x="35" y="31"/>
                    <a:pt x="36" y="32"/>
                  </a:cubicBezTo>
                  <a:cubicBezTo>
                    <a:pt x="37" y="34"/>
                    <a:pt x="37" y="36"/>
                    <a:pt x="37" y="38"/>
                  </a:cubicBezTo>
                  <a:cubicBezTo>
                    <a:pt x="37" y="43"/>
                    <a:pt x="35" y="46"/>
                    <a:pt x="31" y="49"/>
                  </a:cubicBezTo>
                  <a:cubicBezTo>
                    <a:pt x="28" y="51"/>
                    <a:pt x="23" y="53"/>
                    <a:pt x="16" y="53"/>
                  </a:cubicBezTo>
                  <a:cubicBezTo>
                    <a:pt x="12" y="53"/>
                    <a:pt x="8" y="52"/>
                    <a:pt x="6" y="52"/>
                  </a:cubicBezTo>
                  <a:cubicBezTo>
                    <a:pt x="3" y="51"/>
                    <a:pt x="1" y="50"/>
                    <a:pt x="0" y="50"/>
                  </a:cubicBezTo>
                  <a:cubicBezTo>
                    <a:pt x="2" y="40"/>
                    <a:pt x="2" y="40"/>
                    <a:pt x="2" y="40"/>
                  </a:cubicBezTo>
                  <a:cubicBezTo>
                    <a:pt x="4" y="41"/>
                    <a:pt x="6" y="41"/>
                    <a:pt x="8" y="42"/>
                  </a:cubicBezTo>
                  <a:cubicBezTo>
                    <a:pt x="11" y="43"/>
                    <a:pt x="13" y="43"/>
                    <a:pt x="16"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1"/>
            <p:cNvSpPr>
              <a:spLocks/>
            </p:cNvSpPr>
            <p:nvPr userDrawn="1"/>
          </p:nvSpPr>
          <p:spPr bwMode="auto">
            <a:xfrm>
              <a:off x="5195663" y="5036834"/>
              <a:ext cx="255588"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8"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2"/>
            <p:cNvSpPr>
              <a:spLocks/>
            </p:cNvSpPr>
            <p:nvPr userDrawn="1"/>
          </p:nvSpPr>
          <p:spPr bwMode="auto">
            <a:xfrm>
              <a:off x="5530625" y="4886021"/>
              <a:ext cx="117475" cy="473075"/>
            </a:xfrm>
            <a:custGeom>
              <a:avLst/>
              <a:gdLst>
                <a:gd name="T0" fmla="*/ 17 w 19"/>
                <a:gd name="T1" fmla="*/ 75 h 75"/>
                <a:gd name="T2" fmla="*/ 9 w 19"/>
                <a:gd name="T3" fmla="*/ 74 h 75"/>
                <a:gd name="T4" fmla="*/ 3 w 19"/>
                <a:gd name="T5" fmla="*/ 71 h 75"/>
                <a:gd name="T6" fmla="*/ 0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6" y="73"/>
                    <a:pt x="5" y="72"/>
                    <a:pt x="3" y="71"/>
                  </a:cubicBezTo>
                  <a:cubicBezTo>
                    <a:pt x="2" y="70"/>
                    <a:pt x="1" y="68"/>
                    <a:pt x="0"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7" y="66"/>
                    <a:pt x="19" y="66"/>
                  </a:cubicBezTo>
                  <a:lnTo>
                    <a:pt x="17" y="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3"/>
            <p:cNvSpPr>
              <a:spLocks/>
            </p:cNvSpPr>
            <p:nvPr userDrawn="1"/>
          </p:nvSpPr>
          <p:spPr bwMode="auto">
            <a:xfrm>
              <a:off x="5690963"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
            <p:cNvSpPr>
              <a:spLocks/>
            </p:cNvSpPr>
            <p:nvPr userDrawn="1"/>
          </p:nvSpPr>
          <p:spPr bwMode="auto">
            <a:xfrm>
              <a:off x="590368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9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2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5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1" y="43"/>
                    <a:pt x="23" y="42"/>
                  </a:cubicBezTo>
                  <a:cubicBezTo>
                    <a:pt x="24" y="41"/>
                    <a:pt x="25" y="40"/>
                    <a:pt x="25" y="38"/>
                  </a:cubicBezTo>
                  <a:cubicBezTo>
                    <a:pt x="25" y="36"/>
                    <a:pt x="24" y="35"/>
                    <a:pt x="23" y="34"/>
                  </a:cubicBezTo>
                  <a:cubicBezTo>
                    <a:pt x="21" y="33"/>
                    <a:pt x="19" y="32"/>
                    <a:pt x="15" y="30"/>
                  </a:cubicBezTo>
                  <a:cubicBezTo>
                    <a:pt x="13" y="30"/>
                    <a:pt x="11" y="29"/>
                    <a:pt x="9" y="28"/>
                  </a:cubicBezTo>
                  <a:cubicBezTo>
                    <a:pt x="8" y="27"/>
                    <a:pt x="6" y="26"/>
                    <a:pt x="5" y="25"/>
                  </a:cubicBezTo>
                  <a:cubicBezTo>
                    <a:pt x="4" y="24"/>
                    <a:pt x="3" y="22"/>
                    <a:pt x="2" y="21"/>
                  </a:cubicBezTo>
                  <a:cubicBezTo>
                    <a:pt x="1" y="19"/>
                    <a:pt x="1" y="17"/>
                    <a:pt x="1" y="15"/>
                  </a:cubicBezTo>
                  <a:cubicBezTo>
                    <a:pt x="1" y="10"/>
                    <a:pt x="2" y="7"/>
                    <a:pt x="6" y="4"/>
                  </a:cubicBezTo>
                  <a:cubicBezTo>
                    <a:pt x="9" y="1"/>
                    <a:pt x="14" y="0"/>
                    <a:pt x="20" y="0"/>
                  </a:cubicBezTo>
                  <a:cubicBezTo>
                    <a:pt x="23" y="0"/>
                    <a:pt x="25"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2" y="13"/>
                    <a:pt x="12" y="14"/>
                  </a:cubicBezTo>
                  <a:cubicBezTo>
                    <a:pt x="12" y="15"/>
                    <a:pt x="12" y="16"/>
                    <a:pt x="13" y="17"/>
                  </a:cubicBezTo>
                  <a:cubicBezTo>
                    <a:pt x="13" y="17"/>
                    <a:pt x="14" y="18"/>
                    <a:pt x="14" y="18"/>
                  </a:cubicBezTo>
                  <a:cubicBezTo>
                    <a:pt x="15" y="19"/>
                    <a:pt x="16" y="19"/>
                    <a:pt x="17" y="20"/>
                  </a:cubicBezTo>
                  <a:cubicBezTo>
                    <a:pt x="18" y="20"/>
                    <a:pt x="20" y="21"/>
                    <a:pt x="21" y="22"/>
                  </a:cubicBezTo>
                  <a:cubicBezTo>
                    <a:pt x="24" y="23"/>
                    <a:pt x="26" y="24"/>
                    <a:pt x="28" y="25"/>
                  </a:cubicBezTo>
                  <a:cubicBezTo>
                    <a:pt x="30" y="26"/>
                    <a:pt x="32" y="27"/>
                    <a:pt x="33" y="28"/>
                  </a:cubicBezTo>
                  <a:cubicBezTo>
                    <a:pt x="34" y="29"/>
                    <a:pt x="35" y="31"/>
                    <a:pt x="36" y="32"/>
                  </a:cubicBezTo>
                  <a:cubicBezTo>
                    <a:pt x="36" y="34"/>
                    <a:pt x="37" y="36"/>
                    <a:pt x="37" y="38"/>
                  </a:cubicBezTo>
                  <a:cubicBezTo>
                    <a:pt x="37" y="43"/>
                    <a:pt x="35" y="46"/>
                    <a:pt x="31" y="49"/>
                  </a:cubicBezTo>
                  <a:cubicBezTo>
                    <a:pt x="28" y="51"/>
                    <a:pt x="23" y="53"/>
                    <a:pt x="16" y="53"/>
                  </a:cubicBezTo>
                  <a:cubicBezTo>
                    <a:pt x="12" y="53"/>
                    <a:pt x="8" y="52"/>
                    <a:pt x="5" y="52"/>
                  </a:cubicBezTo>
                  <a:cubicBezTo>
                    <a:pt x="3" y="51"/>
                    <a:pt x="1" y="50"/>
                    <a:pt x="0" y="50"/>
                  </a:cubicBezTo>
                  <a:cubicBezTo>
                    <a:pt x="2" y="40"/>
                    <a:pt x="2" y="40"/>
                    <a:pt x="2" y="40"/>
                  </a:cubicBezTo>
                  <a:cubicBezTo>
                    <a:pt x="3" y="41"/>
                    <a:pt x="6" y="41"/>
                    <a:pt x="8" y="42"/>
                  </a:cubicBezTo>
                  <a:cubicBezTo>
                    <a:pt x="10" y="43"/>
                    <a:pt x="13" y="43"/>
                    <a:pt x="16"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5"/>
            <p:cNvSpPr>
              <a:spLocks/>
            </p:cNvSpPr>
            <p:nvPr userDrawn="1"/>
          </p:nvSpPr>
          <p:spPr bwMode="auto">
            <a:xfrm>
              <a:off x="6289450" y="5030484"/>
              <a:ext cx="238125" cy="334963"/>
            </a:xfrm>
            <a:custGeom>
              <a:avLst/>
              <a:gdLst>
                <a:gd name="T0" fmla="*/ 0 w 39"/>
                <a:gd name="T1" fmla="*/ 26 h 53"/>
                <a:gd name="T2" fmla="*/ 2 w 39"/>
                <a:gd name="T3" fmla="*/ 16 h 53"/>
                <a:gd name="T4" fmla="*/ 7 w 39"/>
                <a:gd name="T5" fmla="*/ 7 h 53"/>
                <a:gd name="T6" fmla="*/ 15 w 39"/>
                <a:gd name="T7" fmla="*/ 2 h 53"/>
                <a:gd name="T8" fmla="*/ 25 w 39"/>
                <a:gd name="T9" fmla="*/ 0 h 53"/>
                <a:gd name="T10" fmla="*/ 39 w 39"/>
                <a:gd name="T11" fmla="*/ 3 h 53"/>
                <a:gd name="T12" fmla="*/ 36 w 39"/>
                <a:gd name="T13" fmla="*/ 12 h 53"/>
                <a:gd name="T14" fmla="*/ 31 w 39"/>
                <a:gd name="T15" fmla="*/ 11 h 53"/>
                <a:gd name="T16" fmla="*/ 26 w 39"/>
                <a:gd name="T17" fmla="*/ 10 h 53"/>
                <a:gd name="T18" fmla="*/ 16 w 39"/>
                <a:gd name="T19" fmla="*/ 14 h 53"/>
                <a:gd name="T20" fmla="*/ 12 w 39"/>
                <a:gd name="T21" fmla="*/ 26 h 53"/>
                <a:gd name="T22" fmla="*/ 15 w 39"/>
                <a:gd name="T23" fmla="*/ 38 h 53"/>
                <a:gd name="T24" fmla="*/ 27 w 39"/>
                <a:gd name="T25" fmla="*/ 43 h 53"/>
                <a:gd name="T26" fmla="*/ 33 w 39"/>
                <a:gd name="T27" fmla="*/ 42 h 53"/>
                <a:gd name="T28" fmla="*/ 38 w 39"/>
                <a:gd name="T29" fmla="*/ 41 h 53"/>
                <a:gd name="T30" fmla="*/ 39 w 39"/>
                <a:gd name="T31" fmla="*/ 50 h 53"/>
                <a:gd name="T32" fmla="*/ 33 w 39"/>
                <a:gd name="T33" fmla="*/ 52 h 53"/>
                <a:gd name="T34" fmla="*/ 25 w 39"/>
                <a:gd name="T35" fmla="*/ 53 h 53"/>
                <a:gd name="T36" fmla="*/ 14 w 39"/>
                <a:gd name="T37" fmla="*/ 51 h 53"/>
                <a:gd name="T38" fmla="*/ 6 w 39"/>
                <a:gd name="T39" fmla="*/ 45 h 53"/>
                <a:gd name="T40" fmla="*/ 2 w 39"/>
                <a:gd name="T41" fmla="*/ 37 h 53"/>
                <a:gd name="T42" fmla="*/ 0 w 39"/>
                <a:gd name="T43"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 h="53">
                  <a:moveTo>
                    <a:pt x="0" y="26"/>
                  </a:moveTo>
                  <a:cubicBezTo>
                    <a:pt x="0" y="23"/>
                    <a:pt x="1" y="19"/>
                    <a:pt x="2" y="16"/>
                  </a:cubicBezTo>
                  <a:cubicBezTo>
                    <a:pt x="3" y="13"/>
                    <a:pt x="5" y="10"/>
                    <a:pt x="7" y="7"/>
                  </a:cubicBezTo>
                  <a:cubicBezTo>
                    <a:pt x="9" y="5"/>
                    <a:pt x="12" y="3"/>
                    <a:pt x="15" y="2"/>
                  </a:cubicBezTo>
                  <a:cubicBezTo>
                    <a:pt x="18" y="1"/>
                    <a:pt x="21" y="0"/>
                    <a:pt x="25" y="0"/>
                  </a:cubicBezTo>
                  <a:cubicBezTo>
                    <a:pt x="30" y="0"/>
                    <a:pt x="34" y="1"/>
                    <a:pt x="39" y="3"/>
                  </a:cubicBezTo>
                  <a:cubicBezTo>
                    <a:pt x="36" y="12"/>
                    <a:pt x="36" y="12"/>
                    <a:pt x="36" y="12"/>
                  </a:cubicBezTo>
                  <a:cubicBezTo>
                    <a:pt x="35" y="11"/>
                    <a:pt x="33" y="11"/>
                    <a:pt x="31" y="11"/>
                  </a:cubicBezTo>
                  <a:cubicBezTo>
                    <a:pt x="30" y="10"/>
                    <a:pt x="28" y="10"/>
                    <a:pt x="26" y="10"/>
                  </a:cubicBezTo>
                  <a:cubicBezTo>
                    <a:pt x="21" y="10"/>
                    <a:pt x="18" y="11"/>
                    <a:pt x="16" y="14"/>
                  </a:cubicBezTo>
                  <a:cubicBezTo>
                    <a:pt x="13" y="17"/>
                    <a:pt x="12" y="21"/>
                    <a:pt x="12" y="26"/>
                  </a:cubicBezTo>
                  <a:cubicBezTo>
                    <a:pt x="12" y="31"/>
                    <a:pt x="13" y="35"/>
                    <a:pt x="15" y="38"/>
                  </a:cubicBezTo>
                  <a:cubicBezTo>
                    <a:pt x="18" y="41"/>
                    <a:pt x="21" y="43"/>
                    <a:pt x="27" y="43"/>
                  </a:cubicBezTo>
                  <a:cubicBezTo>
                    <a:pt x="29" y="43"/>
                    <a:pt x="31" y="42"/>
                    <a:pt x="33" y="42"/>
                  </a:cubicBezTo>
                  <a:cubicBezTo>
                    <a:pt x="35" y="42"/>
                    <a:pt x="36" y="41"/>
                    <a:pt x="38" y="41"/>
                  </a:cubicBezTo>
                  <a:cubicBezTo>
                    <a:pt x="39" y="50"/>
                    <a:pt x="39" y="50"/>
                    <a:pt x="39" y="50"/>
                  </a:cubicBezTo>
                  <a:cubicBezTo>
                    <a:pt x="38" y="51"/>
                    <a:pt x="36" y="51"/>
                    <a:pt x="33" y="52"/>
                  </a:cubicBezTo>
                  <a:cubicBezTo>
                    <a:pt x="31" y="52"/>
                    <a:pt x="28" y="53"/>
                    <a:pt x="25" y="53"/>
                  </a:cubicBezTo>
                  <a:cubicBezTo>
                    <a:pt x="21" y="53"/>
                    <a:pt x="17" y="52"/>
                    <a:pt x="14" y="51"/>
                  </a:cubicBezTo>
                  <a:cubicBezTo>
                    <a:pt x="11" y="49"/>
                    <a:pt x="8" y="48"/>
                    <a:pt x="6" y="45"/>
                  </a:cubicBezTo>
                  <a:cubicBezTo>
                    <a:pt x="4" y="43"/>
                    <a:pt x="3" y="40"/>
                    <a:pt x="2" y="37"/>
                  </a:cubicBezTo>
                  <a:cubicBezTo>
                    <a:pt x="1" y="34"/>
                    <a:pt x="0" y="30"/>
                    <a:pt x="0"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6"/>
            <p:cNvSpPr>
              <a:spLocks noEditPoints="1"/>
            </p:cNvSpPr>
            <p:nvPr userDrawn="1"/>
          </p:nvSpPr>
          <p:spPr bwMode="auto">
            <a:xfrm>
              <a:off x="6552975" y="5030484"/>
              <a:ext cx="292100" cy="334963"/>
            </a:xfrm>
            <a:custGeom>
              <a:avLst/>
              <a:gdLst>
                <a:gd name="T0" fmla="*/ 48 w 48"/>
                <a:gd name="T1" fmla="*/ 26 h 53"/>
                <a:gd name="T2" fmla="*/ 46 w 48"/>
                <a:gd name="T3" fmla="*/ 37 h 53"/>
                <a:gd name="T4" fmla="*/ 41 w 48"/>
                <a:gd name="T5" fmla="*/ 45 h 53"/>
                <a:gd name="T6" fmla="*/ 33 w 48"/>
                <a:gd name="T7" fmla="*/ 51 h 53"/>
                <a:gd name="T8" fmla="*/ 24 w 48"/>
                <a:gd name="T9" fmla="*/ 53 h 53"/>
                <a:gd name="T10" fmla="*/ 14 w 48"/>
                <a:gd name="T11" fmla="*/ 51 h 53"/>
                <a:gd name="T12" fmla="*/ 6 w 48"/>
                <a:gd name="T13" fmla="*/ 45 h 53"/>
                <a:gd name="T14" fmla="*/ 1 w 48"/>
                <a:gd name="T15" fmla="*/ 37 h 53"/>
                <a:gd name="T16" fmla="*/ 0 w 48"/>
                <a:gd name="T17" fmla="*/ 26 h 53"/>
                <a:gd name="T18" fmla="*/ 1 w 48"/>
                <a:gd name="T19" fmla="*/ 15 h 53"/>
                <a:gd name="T20" fmla="*/ 6 w 48"/>
                <a:gd name="T21" fmla="*/ 7 h 53"/>
                <a:gd name="T22" fmla="*/ 14 w 48"/>
                <a:gd name="T23" fmla="*/ 2 h 53"/>
                <a:gd name="T24" fmla="*/ 24 w 48"/>
                <a:gd name="T25" fmla="*/ 0 h 53"/>
                <a:gd name="T26" fmla="*/ 33 w 48"/>
                <a:gd name="T27" fmla="*/ 2 h 53"/>
                <a:gd name="T28" fmla="*/ 41 w 48"/>
                <a:gd name="T29" fmla="*/ 7 h 53"/>
                <a:gd name="T30" fmla="*/ 46 w 48"/>
                <a:gd name="T31" fmla="*/ 15 h 53"/>
                <a:gd name="T32" fmla="*/ 48 w 48"/>
                <a:gd name="T33" fmla="*/ 26 h 53"/>
                <a:gd name="T34" fmla="*/ 36 w 48"/>
                <a:gd name="T35" fmla="*/ 26 h 53"/>
                <a:gd name="T36" fmla="*/ 33 w 48"/>
                <a:gd name="T37" fmla="*/ 14 h 53"/>
                <a:gd name="T38" fmla="*/ 24 w 48"/>
                <a:gd name="T39" fmla="*/ 10 h 53"/>
                <a:gd name="T40" fmla="*/ 15 w 48"/>
                <a:gd name="T41" fmla="*/ 14 h 53"/>
                <a:gd name="T42" fmla="*/ 11 w 48"/>
                <a:gd name="T43" fmla="*/ 26 h 53"/>
                <a:gd name="T44" fmla="*/ 15 w 48"/>
                <a:gd name="T45" fmla="*/ 38 h 53"/>
                <a:gd name="T46" fmla="*/ 24 w 48"/>
                <a:gd name="T47" fmla="*/ 43 h 53"/>
                <a:gd name="T48" fmla="*/ 33 w 48"/>
                <a:gd name="T49" fmla="*/ 38 h 53"/>
                <a:gd name="T50" fmla="*/ 36 w 48"/>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 h="53">
                  <a:moveTo>
                    <a:pt x="48" y="26"/>
                  </a:moveTo>
                  <a:cubicBezTo>
                    <a:pt x="48" y="30"/>
                    <a:pt x="47" y="34"/>
                    <a:pt x="46" y="37"/>
                  </a:cubicBezTo>
                  <a:cubicBezTo>
                    <a:pt x="45" y="40"/>
                    <a:pt x="43" y="43"/>
                    <a:pt x="41" y="45"/>
                  </a:cubicBezTo>
                  <a:cubicBezTo>
                    <a:pt x="39" y="48"/>
                    <a:pt x="36" y="50"/>
                    <a:pt x="33" y="51"/>
                  </a:cubicBezTo>
                  <a:cubicBezTo>
                    <a:pt x="30" y="52"/>
                    <a:pt x="27" y="53"/>
                    <a:pt x="24" y="53"/>
                  </a:cubicBezTo>
                  <a:cubicBezTo>
                    <a:pt x="20" y="53"/>
                    <a:pt x="17" y="52"/>
                    <a:pt x="14" y="51"/>
                  </a:cubicBezTo>
                  <a:cubicBezTo>
                    <a:pt x="11" y="50"/>
                    <a:pt x="8" y="48"/>
                    <a:pt x="6" y="45"/>
                  </a:cubicBezTo>
                  <a:cubicBezTo>
                    <a:pt x="4" y="43"/>
                    <a:pt x="2" y="40"/>
                    <a:pt x="1" y="37"/>
                  </a:cubicBezTo>
                  <a:cubicBezTo>
                    <a:pt x="0" y="34"/>
                    <a:pt x="0" y="30"/>
                    <a:pt x="0" y="26"/>
                  </a:cubicBezTo>
                  <a:cubicBezTo>
                    <a:pt x="0" y="22"/>
                    <a:pt x="0" y="19"/>
                    <a:pt x="1" y="15"/>
                  </a:cubicBezTo>
                  <a:cubicBezTo>
                    <a:pt x="2" y="12"/>
                    <a:pt x="4" y="9"/>
                    <a:pt x="6" y="7"/>
                  </a:cubicBezTo>
                  <a:cubicBezTo>
                    <a:pt x="8" y="5"/>
                    <a:pt x="11" y="3"/>
                    <a:pt x="14" y="2"/>
                  </a:cubicBezTo>
                  <a:cubicBezTo>
                    <a:pt x="17" y="1"/>
                    <a:pt x="20" y="0"/>
                    <a:pt x="24" y="0"/>
                  </a:cubicBezTo>
                  <a:cubicBezTo>
                    <a:pt x="27" y="0"/>
                    <a:pt x="30" y="1"/>
                    <a:pt x="33" y="2"/>
                  </a:cubicBezTo>
                  <a:cubicBezTo>
                    <a:pt x="36" y="3"/>
                    <a:pt x="39" y="5"/>
                    <a:pt x="41" y="7"/>
                  </a:cubicBezTo>
                  <a:cubicBezTo>
                    <a:pt x="43" y="9"/>
                    <a:pt x="45" y="12"/>
                    <a:pt x="46" y="15"/>
                  </a:cubicBezTo>
                  <a:cubicBezTo>
                    <a:pt x="47" y="19"/>
                    <a:pt x="48" y="22"/>
                    <a:pt x="48" y="26"/>
                  </a:cubicBezTo>
                  <a:close/>
                  <a:moveTo>
                    <a:pt x="36" y="26"/>
                  </a:moveTo>
                  <a:cubicBezTo>
                    <a:pt x="36" y="21"/>
                    <a:pt x="35" y="17"/>
                    <a:pt x="33" y="14"/>
                  </a:cubicBezTo>
                  <a:cubicBezTo>
                    <a:pt x="30" y="11"/>
                    <a:pt x="27" y="10"/>
                    <a:pt x="24" y="10"/>
                  </a:cubicBezTo>
                  <a:cubicBezTo>
                    <a:pt x="20" y="10"/>
                    <a:pt x="17" y="11"/>
                    <a:pt x="15" y="14"/>
                  </a:cubicBezTo>
                  <a:cubicBezTo>
                    <a:pt x="13" y="17"/>
                    <a:pt x="11" y="21"/>
                    <a:pt x="11" y="26"/>
                  </a:cubicBezTo>
                  <a:cubicBezTo>
                    <a:pt x="11" y="31"/>
                    <a:pt x="13" y="35"/>
                    <a:pt x="15" y="38"/>
                  </a:cubicBezTo>
                  <a:cubicBezTo>
                    <a:pt x="17" y="41"/>
                    <a:pt x="20" y="43"/>
                    <a:pt x="24" y="43"/>
                  </a:cubicBezTo>
                  <a:cubicBezTo>
                    <a:pt x="27" y="43"/>
                    <a:pt x="30" y="41"/>
                    <a:pt x="33" y="38"/>
                  </a:cubicBezTo>
                  <a:cubicBezTo>
                    <a:pt x="35" y="35"/>
                    <a:pt x="36" y="31"/>
                    <a:pt x="36"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7"/>
            <p:cNvSpPr>
              <a:spLocks/>
            </p:cNvSpPr>
            <p:nvPr userDrawn="1"/>
          </p:nvSpPr>
          <p:spPr bwMode="auto">
            <a:xfrm>
              <a:off x="6900638" y="5036834"/>
              <a:ext cx="257175"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9"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8"/>
            <p:cNvSpPr>
              <a:spLocks/>
            </p:cNvSpPr>
            <p:nvPr userDrawn="1"/>
          </p:nvSpPr>
          <p:spPr bwMode="auto">
            <a:xfrm>
              <a:off x="7237188" y="5030484"/>
              <a:ext cx="257175" cy="322263"/>
            </a:xfrm>
            <a:custGeom>
              <a:avLst/>
              <a:gdLst>
                <a:gd name="T0" fmla="*/ 0 w 42"/>
                <a:gd name="T1" fmla="*/ 3 h 51"/>
                <a:gd name="T2" fmla="*/ 9 w 42"/>
                <a:gd name="T3" fmla="*/ 1 h 51"/>
                <a:gd name="T4" fmla="*/ 20 w 42"/>
                <a:gd name="T5" fmla="*/ 0 h 51"/>
                <a:gd name="T6" fmla="*/ 31 w 42"/>
                <a:gd name="T7" fmla="*/ 2 h 51"/>
                <a:gd name="T8" fmla="*/ 37 w 42"/>
                <a:gd name="T9" fmla="*/ 6 h 51"/>
                <a:gd name="T10" fmla="*/ 41 w 42"/>
                <a:gd name="T11" fmla="*/ 14 h 51"/>
                <a:gd name="T12" fmla="*/ 42 w 42"/>
                <a:gd name="T13" fmla="*/ 23 h 51"/>
                <a:gd name="T14" fmla="*/ 42 w 42"/>
                <a:gd name="T15" fmla="*/ 51 h 51"/>
                <a:gd name="T16" fmla="*/ 30 w 42"/>
                <a:gd name="T17" fmla="*/ 51 h 51"/>
                <a:gd name="T18" fmla="*/ 30 w 42"/>
                <a:gd name="T19" fmla="*/ 25 h 51"/>
                <a:gd name="T20" fmla="*/ 30 w 42"/>
                <a:gd name="T21" fmla="*/ 18 h 51"/>
                <a:gd name="T22" fmla="*/ 28 w 42"/>
                <a:gd name="T23" fmla="*/ 13 h 51"/>
                <a:gd name="T24" fmla="*/ 25 w 42"/>
                <a:gd name="T25" fmla="*/ 11 h 51"/>
                <a:gd name="T26" fmla="*/ 20 w 42"/>
                <a:gd name="T27" fmla="*/ 10 h 51"/>
                <a:gd name="T28" fmla="*/ 15 w 42"/>
                <a:gd name="T29" fmla="*/ 10 h 51"/>
                <a:gd name="T30" fmla="*/ 11 w 42"/>
                <a:gd name="T31" fmla="*/ 11 h 51"/>
                <a:gd name="T32" fmla="*/ 11 w 42"/>
                <a:gd name="T33" fmla="*/ 51 h 51"/>
                <a:gd name="T34" fmla="*/ 0 w 42"/>
                <a:gd name="T35" fmla="*/ 51 h 51"/>
                <a:gd name="T36" fmla="*/ 0 w 42"/>
                <a:gd name="T37"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51">
                  <a:moveTo>
                    <a:pt x="0" y="3"/>
                  </a:moveTo>
                  <a:cubicBezTo>
                    <a:pt x="2" y="2"/>
                    <a:pt x="5" y="2"/>
                    <a:pt x="9" y="1"/>
                  </a:cubicBezTo>
                  <a:cubicBezTo>
                    <a:pt x="12" y="0"/>
                    <a:pt x="16" y="0"/>
                    <a:pt x="20" y="0"/>
                  </a:cubicBezTo>
                  <a:cubicBezTo>
                    <a:pt x="25" y="0"/>
                    <a:pt x="28" y="1"/>
                    <a:pt x="31" y="2"/>
                  </a:cubicBezTo>
                  <a:cubicBezTo>
                    <a:pt x="34" y="3"/>
                    <a:pt x="36" y="4"/>
                    <a:pt x="37" y="6"/>
                  </a:cubicBezTo>
                  <a:cubicBezTo>
                    <a:pt x="39" y="9"/>
                    <a:pt x="40" y="11"/>
                    <a:pt x="41" y="14"/>
                  </a:cubicBezTo>
                  <a:cubicBezTo>
                    <a:pt x="41" y="17"/>
                    <a:pt x="42" y="20"/>
                    <a:pt x="42" y="23"/>
                  </a:cubicBezTo>
                  <a:cubicBezTo>
                    <a:pt x="42" y="51"/>
                    <a:pt x="42" y="51"/>
                    <a:pt x="42" y="51"/>
                  </a:cubicBezTo>
                  <a:cubicBezTo>
                    <a:pt x="30" y="51"/>
                    <a:pt x="30" y="51"/>
                    <a:pt x="30" y="51"/>
                  </a:cubicBezTo>
                  <a:cubicBezTo>
                    <a:pt x="30" y="25"/>
                    <a:pt x="30" y="25"/>
                    <a:pt x="30" y="25"/>
                  </a:cubicBezTo>
                  <a:cubicBezTo>
                    <a:pt x="30" y="22"/>
                    <a:pt x="30" y="20"/>
                    <a:pt x="30" y="18"/>
                  </a:cubicBezTo>
                  <a:cubicBezTo>
                    <a:pt x="29" y="16"/>
                    <a:pt x="29" y="15"/>
                    <a:pt x="28" y="13"/>
                  </a:cubicBezTo>
                  <a:cubicBezTo>
                    <a:pt x="27" y="12"/>
                    <a:pt x="26" y="11"/>
                    <a:pt x="25" y="11"/>
                  </a:cubicBezTo>
                  <a:cubicBezTo>
                    <a:pt x="23" y="10"/>
                    <a:pt x="22" y="10"/>
                    <a:pt x="20" y="10"/>
                  </a:cubicBezTo>
                  <a:cubicBezTo>
                    <a:pt x="18" y="10"/>
                    <a:pt x="17" y="10"/>
                    <a:pt x="15" y="10"/>
                  </a:cubicBezTo>
                  <a:cubicBezTo>
                    <a:pt x="13" y="11"/>
                    <a:pt x="12" y="11"/>
                    <a:pt x="11" y="11"/>
                  </a:cubicBezTo>
                  <a:cubicBezTo>
                    <a:pt x="11" y="51"/>
                    <a:pt x="11" y="51"/>
                    <a:pt x="11" y="51"/>
                  </a:cubicBezTo>
                  <a:cubicBezTo>
                    <a:pt x="0" y="51"/>
                    <a:pt x="0" y="51"/>
                    <a:pt x="0" y="51"/>
                  </a:cubicBezTo>
                  <a:lnTo>
                    <a:pt x="0" y="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9"/>
            <p:cNvSpPr>
              <a:spLocks/>
            </p:cNvSpPr>
            <p:nvPr userDrawn="1"/>
          </p:nvSpPr>
          <p:spPr bwMode="auto">
            <a:xfrm>
              <a:off x="7567388"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3 w 31"/>
                <a:gd name="T31" fmla="*/ 61 h 67"/>
                <a:gd name="T32" fmla="*/ 0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4"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4" y="67"/>
                    <a:pt x="11" y="66"/>
                    <a:pt x="9" y="65"/>
                  </a:cubicBezTo>
                  <a:cubicBezTo>
                    <a:pt x="7" y="64"/>
                    <a:pt x="5" y="63"/>
                    <a:pt x="3" y="61"/>
                  </a:cubicBezTo>
                  <a:cubicBezTo>
                    <a:pt x="2" y="59"/>
                    <a:pt x="1" y="57"/>
                    <a:pt x="0"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30"/>
            <p:cNvSpPr>
              <a:spLocks/>
            </p:cNvSpPr>
            <p:nvPr userDrawn="1"/>
          </p:nvSpPr>
          <p:spPr bwMode="auto">
            <a:xfrm>
              <a:off x="7792813" y="5263846"/>
              <a:ext cx="92075" cy="101600"/>
            </a:xfrm>
            <a:custGeom>
              <a:avLst/>
              <a:gdLst>
                <a:gd name="T0" fmla="*/ 15 w 15"/>
                <a:gd name="T1" fmla="*/ 8 h 16"/>
                <a:gd name="T2" fmla="*/ 13 w 15"/>
                <a:gd name="T3" fmla="*/ 14 h 16"/>
                <a:gd name="T4" fmla="*/ 8 w 15"/>
                <a:gd name="T5" fmla="*/ 16 h 16"/>
                <a:gd name="T6" fmla="*/ 2 w 15"/>
                <a:gd name="T7" fmla="*/ 14 h 16"/>
                <a:gd name="T8" fmla="*/ 0 w 15"/>
                <a:gd name="T9" fmla="*/ 8 h 16"/>
                <a:gd name="T10" fmla="*/ 2 w 15"/>
                <a:gd name="T11" fmla="*/ 3 h 16"/>
                <a:gd name="T12" fmla="*/ 8 w 15"/>
                <a:gd name="T13" fmla="*/ 0 h 16"/>
                <a:gd name="T14" fmla="*/ 13 w 15"/>
                <a:gd name="T15" fmla="*/ 3 h 16"/>
                <a:gd name="T16" fmla="*/ 15 w 15"/>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6">
                  <a:moveTo>
                    <a:pt x="15" y="8"/>
                  </a:moveTo>
                  <a:cubicBezTo>
                    <a:pt x="15" y="10"/>
                    <a:pt x="14" y="12"/>
                    <a:pt x="13" y="14"/>
                  </a:cubicBezTo>
                  <a:cubicBezTo>
                    <a:pt x="11" y="15"/>
                    <a:pt x="10" y="16"/>
                    <a:pt x="8" y="16"/>
                  </a:cubicBezTo>
                  <a:cubicBezTo>
                    <a:pt x="5" y="16"/>
                    <a:pt x="4" y="15"/>
                    <a:pt x="2" y="14"/>
                  </a:cubicBezTo>
                  <a:cubicBezTo>
                    <a:pt x="1" y="12"/>
                    <a:pt x="0" y="10"/>
                    <a:pt x="0" y="8"/>
                  </a:cubicBezTo>
                  <a:cubicBezTo>
                    <a:pt x="0" y="6"/>
                    <a:pt x="1" y="4"/>
                    <a:pt x="2" y="3"/>
                  </a:cubicBezTo>
                  <a:cubicBezTo>
                    <a:pt x="4" y="1"/>
                    <a:pt x="5" y="0"/>
                    <a:pt x="8" y="0"/>
                  </a:cubicBezTo>
                  <a:cubicBezTo>
                    <a:pt x="10" y="0"/>
                    <a:pt x="11" y="1"/>
                    <a:pt x="13" y="3"/>
                  </a:cubicBezTo>
                  <a:cubicBezTo>
                    <a:pt x="14" y="4"/>
                    <a:pt x="15" y="6"/>
                    <a:pt x="15" y="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568321486"/>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cSld name="Final Slide 2">
    <p:spTree>
      <p:nvGrpSpPr>
        <p:cNvPr id="1" name=""/>
        <p:cNvGrpSpPr/>
        <p:nvPr/>
      </p:nvGrpSpPr>
      <p:grpSpPr>
        <a:xfrm>
          <a:off x="0" y="0"/>
          <a:ext cx="0" cy="0"/>
          <a:chOff x="0" y="0"/>
          <a:chExt cx="0" cy="0"/>
        </a:xfrm>
      </p:grpSpPr>
      <p:sp>
        <p:nvSpPr>
          <p:cNvPr id="36" name="Rectangle 35"/>
          <p:cNvSpPr/>
          <p:nvPr userDrawn="1"/>
        </p:nvSpPr>
        <p:spPr>
          <a:xfrm>
            <a:off x="426523" y="1447577"/>
            <a:ext cx="4932479"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US" sz="900" kern="1200" dirty="0">
                <a:solidFill>
                  <a:schemeClr val="tx1"/>
                </a:solidFill>
                <a:effectLst/>
                <a:latin typeface="+mn-lt"/>
                <a:ea typeface="+mn-ea"/>
                <a:cs typeface="+mn-cs"/>
              </a:rPr>
              <a:t>Capgemini is a global leader in consulting, digital transformation, technology and engineering services. The Group is at the forefront of innovation to address the entire breadth of clients’ opportunities in the evolving world of cloud, digital and platforms. </a:t>
            </a:r>
            <a:r>
              <a:rPr lang="en-GB" sz="900" kern="1200" dirty="0">
                <a:solidFill>
                  <a:schemeClr val="tx1"/>
                </a:solidFill>
                <a:effectLst/>
                <a:latin typeface="+mn-lt"/>
                <a:ea typeface="+mn-ea"/>
                <a:cs typeface="+mn-cs"/>
              </a:rPr>
              <a:t>Building on its strong 50-year+ heritage and deep industry-specific expertise, Capgemini enables organizations to realize their business ambitions through an array of services </a:t>
            </a:r>
            <a:r>
              <a:rPr lang="en-US" sz="900" kern="1200" dirty="0">
                <a:solidFill>
                  <a:schemeClr val="tx1"/>
                </a:solidFill>
                <a:effectLst/>
                <a:latin typeface="+mn-lt"/>
                <a:ea typeface="+mn-ea"/>
                <a:cs typeface="+mn-cs"/>
              </a:rPr>
              <a:t>from strategy to operations. Capgemini is driven by the conviction that the business value of technology comes from and through people. Today, it is a multicultural company of 270,000 team members in almost 50 countries. With Altran, the Group reported 2019 combined revenues of €17billion.</a:t>
            </a:r>
          </a:p>
        </p:txBody>
      </p:sp>
      <p:sp>
        <p:nvSpPr>
          <p:cNvPr id="48" name="Rectangle 47"/>
          <p:cNvSpPr/>
          <p:nvPr userDrawn="1"/>
        </p:nvSpPr>
        <p:spPr>
          <a:xfrm>
            <a:off x="426523" y="1068313"/>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49" name="Rectangle 48"/>
          <p:cNvSpPr/>
          <p:nvPr userDrawn="1"/>
        </p:nvSpPr>
        <p:spPr>
          <a:xfrm>
            <a:off x="426523" y="2797057"/>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dirty="0">
                <a:solidFill>
                  <a:schemeClr val="tx1"/>
                </a:solidFill>
              </a:rPr>
              <a:t>Learn more about us at</a:t>
            </a:r>
          </a:p>
          <a:p>
            <a:pPr algn="just">
              <a:lnSpc>
                <a:spcPts val="1200"/>
              </a:lnSpc>
            </a:pPr>
            <a:r>
              <a:rPr lang="en-US" sz="1400" dirty="0">
                <a:solidFill>
                  <a:schemeClr val="accent2"/>
                </a:solidFill>
              </a:rPr>
              <a:t>www.capgemini.com</a:t>
            </a:r>
          </a:p>
        </p:txBody>
      </p:sp>
      <p:grpSp>
        <p:nvGrpSpPr>
          <p:cNvPr id="3" name="Groupe 2">
            <a:extLst>
              <a:ext uri="{FF2B5EF4-FFF2-40B4-BE49-F238E27FC236}">
                <a16:creationId xmlns:a16="http://schemas.microsoft.com/office/drawing/2014/main" id="{1C3923B5-D83F-43D2-B673-E5F08E418856}"/>
              </a:ext>
            </a:extLst>
          </p:cNvPr>
          <p:cNvGrpSpPr/>
          <p:nvPr userDrawn="1"/>
        </p:nvGrpSpPr>
        <p:grpSpPr>
          <a:xfrm>
            <a:off x="426720" y="4829457"/>
            <a:ext cx="1866702" cy="333195"/>
            <a:chOff x="426720" y="4829457"/>
            <a:chExt cx="1866702" cy="333195"/>
          </a:xfrm>
        </p:grpSpPr>
        <p:pic>
          <p:nvPicPr>
            <p:cNvPr id="50" name="Picture 2" descr="D:\My Work\Template\Icons\Social Media\LinkedIN.png">
              <a:hlinkClick r:id="rId6"/>
            </p:cNvPr>
            <p:cNvPicPr>
              <a:picLocks noChangeAspect="1" noChangeArrowheads="1"/>
            </p:cNvPicPr>
            <p:nvPr userDrawn="1"/>
          </p:nvPicPr>
          <p:blipFill>
            <a:blip r:embed="rId7" cstate="print">
              <a:duotone>
                <a:schemeClr val="accent2">
                  <a:shade val="45000"/>
                  <a:satMod val="135000"/>
                </a:schemeClr>
                <a:prstClr val="white"/>
              </a:duotone>
              <a:extLst>
                <a:ext uri="{BEBA8EAE-BF5A-486C-A8C5-ECC9F3942E4B}">
                  <a14:imgProps xmlns:a14="http://schemas.microsoft.com/office/drawing/2010/main">
                    <a14:imgLayer r:embed="rId8">
                      <a14:imgEffect>
                        <a14:brightnessContrast bright="-100000"/>
                      </a14:imgEffect>
                    </a14:imgLayer>
                  </a14:imgProps>
                </a:ext>
              </a:extLst>
            </a:blip>
            <a:srcRect/>
            <a:stretch>
              <a:fillRect/>
            </a:stretch>
          </p:blipFill>
          <p:spPr bwMode="auto">
            <a:xfrm>
              <a:off x="810097" y="4829457"/>
              <a:ext cx="333195" cy="333195"/>
            </a:xfrm>
            <a:prstGeom prst="rect">
              <a:avLst/>
            </a:prstGeom>
            <a:noFill/>
          </p:spPr>
        </p:pic>
        <p:pic>
          <p:nvPicPr>
            <p:cNvPr id="52" name="Picture 4" descr="D:\My Work\Template\Icons\Social Media\SlideShare.png">
              <a:hlinkClick r:id="rId9"/>
            </p:cNvPr>
            <p:cNvPicPr>
              <a:picLocks noChangeAspect="1" noChangeArrowheads="1"/>
            </p:cNvPicPr>
            <p:nvPr userDrawn="1"/>
          </p:nvPicPr>
          <p:blipFill>
            <a:blip r:embed="rId10" cstate="print">
              <a:duotone>
                <a:schemeClr val="accent2">
                  <a:shade val="45000"/>
                  <a:satMod val="135000"/>
                </a:schemeClr>
                <a:prstClr val="white"/>
              </a:duotone>
              <a:extLst>
                <a:ext uri="{BEBA8EAE-BF5A-486C-A8C5-ECC9F3942E4B}">
                  <a14:imgProps xmlns:a14="http://schemas.microsoft.com/office/drawing/2010/main">
                    <a14:imgLayer r:embed="rId11">
                      <a14:imgEffect>
                        <a14:brightnessContrast bright="-100000"/>
                      </a14:imgEffect>
                    </a14:imgLayer>
                  </a14:imgProps>
                </a:ext>
              </a:extLst>
            </a:blip>
            <a:srcRect/>
            <a:stretch>
              <a:fillRect/>
            </a:stretch>
          </p:blipFill>
          <p:spPr bwMode="auto">
            <a:xfrm>
              <a:off x="1193474" y="4829457"/>
              <a:ext cx="333195" cy="333195"/>
            </a:xfrm>
            <a:prstGeom prst="rect">
              <a:avLst/>
            </a:prstGeom>
            <a:noFill/>
          </p:spPr>
        </p:pic>
        <p:pic>
          <p:nvPicPr>
            <p:cNvPr id="53" name="Picture 5" descr="D:\My Work\Template\Icons\Social Media\Twitter.png">
              <a:hlinkClick r:id="rId12"/>
            </p:cNvPr>
            <p:cNvPicPr>
              <a:picLocks noChangeAspect="1" noChangeArrowheads="1"/>
            </p:cNvPicPr>
            <p:nvPr userDrawn="1"/>
          </p:nvPicPr>
          <p:blipFill>
            <a:blip r:embed="rId13" cstate="print">
              <a:duotone>
                <a:schemeClr val="accent2">
                  <a:shade val="45000"/>
                  <a:satMod val="135000"/>
                </a:schemeClr>
                <a:prstClr val="white"/>
              </a:duotone>
              <a:extLst>
                <a:ext uri="{BEBA8EAE-BF5A-486C-A8C5-ECC9F3942E4B}">
                  <a14:imgProps xmlns:a14="http://schemas.microsoft.com/office/drawing/2010/main">
                    <a14:imgLayer r:embed="rId14">
                      <a14:imgEffect>
                        <a14:brightnessContrast bright="-100000"/>
                      </a14:imgEffect>
                    </a14:imgLayer>
                  </a14:imgProps>
                </a:ext>
              </a:extLst>
            </a:blip>
            <a:srcRect/>
            <a:stretch>
              <a:fillRect/>
            </a:stretch>
          </p:blipFill>
          <p:spPr bwMode="auto">
            <a:xfrm>
              <a:off x="1576851" y="4829457"/>
              <a:ext cx="333195" cy="333195"/>
            </a:xfrm>
            <a:prstGeom prst="rect">
              <a:avLst/>
            </a:prstGeom>
            <a:noFill/>
          </p:spPr>
        </p:pic>
        <p:pic>
          <p:nvPicPr>
            <p:cNvPr id="54" name="Picture 6" descr="D:\My Work\Template\Icons\Social Media\YouTube.png">
              <a:hlinkClick r:id="rId15"/>
            </p:cNvPr>
            <p:cNvPicPr>
              <a:picLocks noChangeAspect="1" noChangeArrowheads="1"/>
            </p:cNvPicPr>
            <p:nvPr userDrawn="1"/>
          </p:nvPicPr>
          <p:blipFill>
            <a:blip r:embed="rId16" cstate="print">
              <a:duotone>
                <a:schemeClr val="accent2">
                  <a:shade val="45000"/>
                  <a:satMod val="135000"/>
                </a:schemeClr>
                <a:prstClr val="white"/>
              </a:duotone>
              <a:extLst>
                <a:ext uri="{BEBA8EAE-BF5A-486C-A8C5-ECC9F3942E4B}">
                  <a14:imgProps xmlns:a14="http://schemas.microsoft.com/office/drawing/2010/main">
                    <a14:imgLayer r:embed="rId17">
                      <a14:imgEffect>
                        <a14:sharpenSoften amount="50000"/>
                      </a14:imgEffect>
                      <a14:imgEffect>
                        <a14:brightnessContrast bright="-100000"/>
                      </a14:imgEffect>
                    </a14:imgLayer>
                  </a14:imgProps>
                </a:ext>
              </a:extLst>
            </a:blip>
            <a:srcRect/>
            <a:stretch>
              <a:fillRect/>
            </a:stretch>
          </p:blipFill>
          <p:spPr bwMode="auto">
            <a:xfrm>
              <a:off x="1960227" y="4829457"/>
              <a:ext cx="333195" cy="333195"/>
            </a:xfrm>
            <a:prstGeom prst="rect">
              <a:avLst/>
            </a:prstGeom>
            <a:noFill/>
          </p:spPr>
        </p:pic>
        <p:pic>
          <p:nvPicPr>
            <p:cNvPr id="55" name="Picture 7" descr="D:\My Work\Template\Icons\Social Media\Facebook.png">
              <a:hlinkClick r:id="rId18"/>
            </p:cNvPr>
            <p:cNvPicPr>
              <a:picLocks noChangeAspect="1" noChangeArrowheads="1"/>
            </p:cNvPicPr>
            <p:nvPr userDrawn="1"/>
          </p:nvPicPr>
          <p:blipFill>
            <a:blip r:embed="rId19" cstate="print">
              <a:duotone>
                <a:schemeClr val="accent2">
                  <a:shade val="45000"/>
                  <a:satMod val="135000"/>
                </a:schemeClr>
                <a:prstClr val="white"/>
              </a:duotone>
              <a:extLst>
                <a:ext uri="{BEBA8EAE-BF5A-486C-A8C5-ECC9F3942E4B}">
                  <a14:imgProps xmlns:a14="http://schemas.microsoft.com/office/drawing/2010/main">
                    <a14:imgLayer r:embed="rId20">
                      <a14:imgEffect>
                        <a14:sharpenSoften amount="-50000"/>
                      </a14:imgEffect>
                      <a14:imgEffect>
                        <a14:brightnessContrast bright="-100000"/>
                      </a14:imgEffect>
                    </a14:imgLayer>
                  </a14:imgProps>
                </a:ext>
              </a:extLst>
            </a:blip>
            <a:srcRect/>
            <a:stretch>
              <a:fillRect/>
            </a:stretch>
          </p:blipFill>
          <p:spPr bwMode="auto">
            <a:xfrm>
              <a:off x="426720" y="4829457"/>
              <a:ext cx="333195" cy="333195"/>
            </a:xfrm>
            <a:prstGeom prst="rect">
              <a:avLst/>
            </a:prstGeom>
            <a:noFill/>
          </p:spPr>
        </p:pic>
      </p:grpSp>
      <p:sp>
        <p:nvSpPr>
          <p:cNvPr id="57" name="Rectangle 56"/>
          <p:cNvSpPr/>
          <p:nvPr userDrawn="1"/>
        </p:nvSpPr>
        <p:spPr>
          <a:xfrm>
            <a:off x="426720" y="5871013"/>
            <a:ext cx="4198620" cy="369332"/>
          </a:xfrm>
          <a:prstGeom prst="rect">
            <a:avLst/>
          </a:prstGeom>
        </p:spPr>
        <p:txBody>
          <a:bodyPr wrap="square" lIns="0" tIns="0" rIns="0" bIns="0" anchor="b" anchorCtr="0">
            <a:spAutoFit/>
          </a:bodyPr>
          <a:lstStyle/>
          <a:p>
            <a:pPr>
              <a:spcAft>
                <a:spcPts val="600"/>
              </a:spcAft>
            </a:pPr>
            <a:r>
              <a:rPr lang="en-US" sz="800" noProof="0" dirty="0">
                <a:latin typeface="+mn-lt"/>
                <a:cs typeface="Arial"/>
              </a:rPr>
              <a:t>This presentation</a:t>
            </a:r>
            <a:r>
              <a:rPr lang="en-US" sz="800" baseline="0" noProof="0" dirty="0">
                <a:latin typeface="+mn-lt"/>
                <a:cs typeface="Arial"/>
              </a:rPr>
              <a:t> </a:t>
            </a:r>
            <a:r>
              <a:rPr lang="en-US" sz="800" noProof="0" dirty="0">
                <a:latin typeface="+mn-lt"/>
                <a:cs typeface="Arial"/>
              </a:rPr>
              <a:t>contains information that may be privileged or confidential and is the property of the Capgemini Group.</a:t>
            </a:r>
            <a:br>
              <a:rPr lang="en-US" sz="800" noProof="0" dirty="0">
                <a:latin typeface="+mn-lt"/>
                <a:cs typeface="Arial"/>
              </a:rPr>
            </a:br>
            <a:r>
              <a:rPr lang="en-US" sz="800" noProof="0" dirty="0">
                <a:latin typeface="Arial"/>
                <a:cs typeface="Arial"/>
              </a:rPr>
              <a:t>Copyright © 2020 Capgemini. All rights reserved.</a:t>
            </a:r>
          </a:p>
        </p:txBody>
      </p:sp>
      <p:sp>
        <p:nvSpPr>
          <p:cNvPr id="60" name="Rectangle 59"/>
          <p:cNvSpPr/>
          <p:nvPr>
            <p:custDataLst>
              <p:tags r:id="rId1"/>
            </p:custDataLst>
          </p:nvPr>
        </p:nvSpPr>
        <p:spPr>
          <a:xfrm>
            <a:off x="6324599" y="1068313"/>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sp>
        <p:nvSpPr>
          <p:cNvPr id="61" name="Rectangle 60"/>
          <p:cNvSpPr/>
          <p:nvPr>
            <p:custDataLst>
              <p:tags r:id="rId2"/>
            </p:custDataLst>
          </p:nvPr>
        </p:nvSpPr>
        <p:spPr>
          <a:xfrm>
            <a:off x="9499996" y="1068313"/>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sp>
        <p:nvSpPr>
          <p:cNvPr id="62" name="Rectangle 61"/>
          <p:cNvSpPr/>
          <p:nvPr>
            <p:custDataLst>
              <p:tags r:id="rId3"/>
            </p:custDataLst>
          </p:nvPr>
        </p:nvSpPr>
        <p:spPr>
          <a:xfrm>
            <a:off x="6324599" y="2332238"/>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sp>
        <p:nvSpPr>
          <p:cNvPr id="63" name="Rectangle 62"/>
          <p:cNvSpPr/>
          <p:nvPr>
            <p:custDataLst>
              <p:tags r:id="rId4"/>
            </p:custDataLst>
          </p:nvPr>
        </p:nvSpPr>
        <p:spPr>
          <a:xfrm>
            <a:off x="9499996" y="2332238"/>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cxnSp>
        <p:nvCxnSpPr>
          <p:cNvPr id="64" name="Straight Connector 63"/>
          <p:cNvCxnSpPr/>
          <p:nvPr userDrawn="1"/>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9" name="Rectangle 68">
            <a:hlinkClick r:id="rId21"/>
          </p:cNvPr>
          <p:cNvSpPr/>
          <p:nvPr userDrawn="1"/>
        </p:nvSpPr>
        <p:spPr>
          <a:xfrm>
            <a:off x="426720" y="3008758"/>
            <a:ext cx="1851660" cy="183449"/>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ZoneTexte 1"/>
          <p:cNvSpPr txBox="1"/>
          <p:nvPr userDrawn="1"/>
        </p:nvSpPr>
        <p:spPr>
          <a:xfrm>
            <a:off x="419254" y="5204668"/>
            <a:ext cx="2519921" cy="276999"/>
          </a:xfrm>
          <a:prstGeom prst="rect">
            <a:avLst/>
          </a:prstGeom>
          <a:noFill/>
        </p:spPr>
        <p:txBody>
          <a:bodyPr wrap="none" lIns="0" rIns="0" rtlCol="0">
            <a:spAutoFit/>
          </a:bodyPr>
          <a:lstStyle/>
          <a:p>
            <a:r>
              <a:rPr lang="en-US" sz="1200" b="1" dirty="0">
                <a:solidFill>
                  <a:schemeClr val="accent1"/>
                </a:solidFill>
              </a:rPr>
              <a:t>People matter, results count.</a:t>
            </a:r>
          </a:p>
        </p:txBody>
      </p:sp>
    </p:spTree>
    <p:extLst>
      <p:ext uri="{BB962C8B-B14F-4D97-AF65-F5344CB8AC3E}">
        <p14:creationId xmlns:p14="http://schemas.microsoft.com/office/powerpoint/2010/main" val="63615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mage and Text1 (fixe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0ECE27-3956-4FE1-8709-933577BED3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pic>
        <p:nvPicPr>
          <p:cNvPr id="7" name="Graphic 6">
            <a:extLst>
              <a:ext uri="{FF2B5EF4-FFF2-40B4-BE49-F238E27FC236}">
                <a16:creationId xmlns:a16="http://schemas.microsoft.com/office/drawing/2014/main" id="{0D0D1E5A-3176-4CB4-975A-4DC18D29026C}"/>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23077" b="19676"/>
          <a:stretch/>
        </p:blipFill>
        <p:spPr>
          <a:xfrm rot="16200000">
            <a:off x="5413032" y="79029"/>
            <a:ext cx="6857997" cy="6699938"/>
          </a:xfrm>
          <a:prstGeom prst="rect">
            <a:avLst/>
          </a:prstGeom>
        </p:spPr>
      </p:pic>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6688365" y="4308293"/>
            <a:ext cx="3484336" cy="1721321"/>
          </a:xfrm>
          <a:prstGeom prst="rect">
            <a:avLst/>
          </a:prstGeom>
        </p:spPr>
        <p:txBody>
          <a:bodyPr vert="horz" lIns="0" tIns="0" rIns="0" bIns="45720" rtlCol="0" anchor="b">
            <a:noAutofit/>
          </a:bodyPr>
          <a:lstStyle>
            <a:lvl1pPr>
              <a:lnSpc>
                <a:spcPts val="3000"/>
              </a:lnSpc>
              <a:defRPr sz="2600">
                <a:solidFill>
                  <a:srgbClr val="2C004B"/>
                </a:solidFill>
              </a:defRPr>
            </a:lvl1pPr>
          </a:lstStyle>
          <a:p>
            <a:r>
              <a:rPr lang="en-US" dirty="0"/>
              <a:t>Click to add title</a:t>
            </a:r>
            <a:endParaRPr lang="pt-PT" dirty="0"/>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5085184"/>
            <a:ext cx="4123375" cy="944430"/>
          </a:xfrm>
          <a:prstGeom prst="rect">
            <a:avLst/>
          </a:prstGeom>
        </p:spPr>
        <p:txBody>
          <a:bodyPr anchor="b">
            <a:noAutofit/>
          </a:bodyPr>
          <a:lstStyle>
            <a:lvl1pPr>
              <a:lnSpc>
                <a:spcPts val="2200"/>
              </a:lnSpc>
              <a:spcAft>
                <a:spcPts val="0"/>
              </a:spcAft>
              <a:defRPr sz="18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pic>
        <p:nvPicPr>
          <p:cNvPr id="6"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1836" t="-4713" b="16530"/>
          <a:stretch/>
        </p:blipFill>
        <p:spPr>
          <a:xfrm>
            <a:off x="11547793" y="188640"/>
            <a:ext cx="424356" cy="459624"/>
          </a:xfrm>
          <a:prstGeom prst="rect">
            <a:avLst/>
          </a:prstGeom>
        </p:spPr>
      </p:pic>
      <p:sp>
        <p:nvSpPr>
          <p:cNvPr id="8"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cxnSp>
        <p:nvCxnSpPr>
          <p:cNvPr id="9"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0" name="Rectangle 27">
            <a:hlinkClick r:id="rId7"/>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3"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34490796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and Text_2">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3181C41-E797-4C55-B0D0-233FF421FA83}"/>
              </a:ext>
            </a:extLst>
          </p:cNvPr>
          <p:cNvPicPr>
            <a:picLocks noChangeAspect="1"/>
          </p:cNvPicPr>
          <p:nvPr userDrawn="1"/>
        </p:nvPicPr>
        <p:blipFill>
          <a:blip r:embed="rId2">
            <a:extLst>
              <a:ext uri="{96DAC541-7B7A-43D3-8B79-37D633B846F1}">
                <asvg:svgBlip xmlns:asvg="http://schemas.microsoft.com/office/drawing/2016/SVG/main" r:embed="rId3"/>
              </a:ext>
            </a:extLst>
          </a:blip>
          <a:srcRect t="20875"/>
          <a:stretch>
            <a:fillRect/>
          </a:stretch>
        </p:blipFill>
        <p:spPr>
          <a:xfrm rot="19800000" flipH="1">
            <a:off x="-1758634" y="-861399"/>
            <a:ext cx="8293531" cy="6688887"/>
          </a:xfrm>
          <a:custGeom>
            <a:avLst/>
            <a:gdLst>
              <a:gd name="connsiteX0" fmla="*/ 4973426 w 8293531"/>
              <a:gd name="connsiteY0" fmla="*/ 0 h 6688887"/>
              <a:gd name="connsiteX1" fmla="*/ 0 w 8293531"/>
              <a:gd name="connsiteY1" fmla="*/ 2871409 h 6688887"/>
              <a:gd name="connsiteX2" fmla="*/ 0 w 8293531"/>
              <a:gd name="connsiteY2" fmla="*/ 3722915 h 6688887"/>
              <a:gd name="connsiteX3" fmla="*/ 1712404 w 8293531"/>
              <a:gd name="connsiteY3" fmla="*/ 6688887 h 6688887"/>
              <a:gd name="connsiteX4" fmla="*/ 6973982 w 8293531"/>
              <a:gd name="connsiteY4" fmla="*/ 6688887 h 6688887"/>
              <a:gd name="connsiteX5" fmla="*/ 8293531 w 8293531"/>
              <a:gd name="connsiteY5" fmla="*/ 5927045 h 6688887"/>
              <a:gd name="connsiteX6" fmla="*/ 8293531 w 8293531"/>
              <a:gd name="connsiteY6" fmla="*/ 5750590 h 668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93531" h="6688887">
                <a:moveTo>
                  <a:pt x="4973426" y="0"/>
                </a:moveTo>
                <a:lnTo>
                  <a:pt x="0" y="2871409"/>
                </a:lnTo>
                <a:lnTo>
                  <a:pt x="0" y="3722915"/>
                </a:lnTo>
                <a:lnTo>
                  <a:pt x="1712404" y="6688887"/>
                </a:lnTo>
                <a:lnTo>
                  <a:pt x="6973982" y="6688887"/>
                </a:lnTo>
                <a:lnTo>
                  <a:pt x="8293531" y="5927045"/>
                </a:lnTo>
                <a:lnTo>
                  <a:pt x="8293531" y="5750590"/>
                </a:lnTo>
                <a:close/>
              </a:path>
            </a:pathLst>
          </a:custGeom>
        </p:spPr>
      </p:pic>
      <p:sp>
        <p:nvSpPr>
          <p:cNvPr id="10" name="Picture Placeholder 17">
            <a:extLst>
              <a:ext uri="{FF2B5EF4-FFF2-40B4-BE49-F238E27FC236}">
                <a16:creationId xmlns:a16="http://schemas.microsoft.com/office/drawing/2014/main" id="{218E0C47-FBAF-440E-A6A0-9D14AE6071F8}"/>
              </a:ext>
            </a:extLst>
          </p:cNvPr>
          <p:cNvSpPr>
            <a:spLocks noGrp="1"/>
          </p:cNvSpPr>
          <p:nvPr>
            <p:ph type="pic" sz="quarter" idx="10"/>
          </p:nvPr>
        </p:nvSpPr>
        <p:spPr>
          <a:xfrm>
            <a:off x="0" y="-1"/>
            <a:ext cx="12192000" cy="6857998"/>
          </a:xfrm>
          <a:prstGeom prst="rect">
            <a:avLst/>
          </a:prstGeom>
          <a:noFill/>
        </p:spPr>
        <p:txBody>
          <a:bodyPr anchor="ctr"/>
          <a:lstStyle>
            <a:lvl1pPr algn="ctr">
              <a:defRPr/>
            </a:lvl1pPr>
          </a:lstStyle>
          <a:p>
            <a:endParaRPr lang="pt-PT" dirty="0"/>
          </a:p>
        </p:txBody>
      </p:sp>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407988" y="649981"/>
            <a:ext cx="4319860" cy="1194843"/>
          </a:xfrm>
          <a:prstGeom prst="rect">
            <a:avLst/>
          </a:prstGeom>
        </p:spPr>
        <p:txBody>
          <a:bodyPr vert="horz" lIns="0" tIns="0" rIns="0" bIns="0" rtlCol="0" anchor="b">
            <a:normAutofit/>
          </a:bodyPr>
          <a:lstStyle>
            <a:lvl1pPr>
              <a:lnSpc>
                <a:spcPts val="3000"/>
              </a:lnSpc>
              <a:defRPr sz="2600">
                <a:solidFill>
                  <a:srgbClr val="12ABDB"/>
                </a:solidFill>
              </a:defRPr>
            </a:lvl1pPr>
          </a:lstStyle>
          <a:p>
            <a:r>
              <a:rPr lang="en-US" dirty="0"/>
              <a:t>Click to insert title</a:t>
            </a:r>
            <a:endParaRPr lang="pt-PT" dirty="0"/>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1988840"/>
            <a:ext cx="3599780" cy="1152127"/>
          </a:xfrm>
          <a:prstGeom prst="rect">
            <a:avLst/>
          </a:prstGeom>
        </p:spPr>
        <p:txBody>
          <a:bodyPr lIns="0" tIns="0" rIns="0" bIns="0">
            <a:noAutofit/>
          </a:bodyPr>
          <a:lstStyle>
            <a:lvl1pPr>
              <a:lnSpc>
                <a:spcPct val="100000"/>
              </a:lnSpc>
              <a:defRPr sz="18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6"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ctangle 27">
            <a:hlinkClick r:id="rId4"/>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3"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6020122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mage and Text 3">
    <p:spTree>
      <p:nvGrpSpPr>
        <p:cNvPr id="1" name=""/>
        <p:cNvGrpSpPr/>
        <p:nvPr/>
      </p:nvGrpSpPr>
      <p:grpSpPr>
        <a:xfrm>
          <a:off x="0" y="0"/>
          <a:ext cx="0" cy="0"/>
          <a:chOff x="0" y="0"/>
          <a:chExt cx="0" cy="0"/>
        </a:xfrm>
      </p:grpSpPr>
      <p:pic>
        <p:nvPicPr>
          <p:cNvPr id="15" name="Graphic 5">
            <a:extLst>
              <a:ext uri="{FF2B5EF4-FFF2-40B4-BE49-F238E27FC236}">
                <a16:creationId xmlns:a16="http://schemas.microsoft.com/office/drawing/2014/main" id="{A3E3F225-1B4B-4BB0-90A9-90BB2D36294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7450" t="17874" b="13048"/>
          <a:stretch/>
        </p:blipFill>
        <p:spPr>
          <a:xfrm>
            <a:off x="0" y="1"/>
            <a:ext cx="9464870" cy="6858000"/>
          </a:xfrm>
          <a:prstGeom prst="rect">
            <a:avLst/>
          </a:prstGeom>
        </p:spPr>
      </p:pic>
      <p:sp>
        <p:nvSpPr>
          <p:cNvPr id="10" name="Picture Placeholder 17">
            <a:extLst>
              <a:ext uri="{FF2B5EF4-FFF2-40B4-BE49-F238E27FC236}">
                <a16:creationId xmlns:a16="http://schemas.microsoft.com/office/drawing/2014/main" id="{218E0C47-FBAF-440E-A6A0-9D14AE6071F8}"/>
              </a:ext>
            </a:extLst>
          </p:cNvPr>
          <p:cNvSpPr>
            <a:spLocks noGrp="1"/>
          </p:cNvSpPr>
          <p:nvPr>
            <p:ph type="pic" sz="quarter" idx="10"/>
          </p:nvPr>
        </p:nvSpPr>
        <p:spPr>
          <a:xfrm>
            <a:off x="0" y="-1"/>
            <a:ext cx="12192000" cy="6857998"/>
          </a:xfrm>
          <a:prstGeom prst="rect">
            <a:avLst/>
          </a:prstGeom>
          <a:noFill/>
        </p:spPr>
        <p:txBody>
          <a:bodyPr anchor="ctr"/>
          <a:lstStyle>
            <a:lvl1pPr algn="ctr">
              <a:defRPr/>
            </a:lvl1pPr>
          </a:lstStyle>
          <a:p>
            <a:endParaRPr lang="pt-PT" dirty="0"/>
          </a:p>
        </p:txBody>
      </p:sp>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407988" y="649981"/>
            <a:ext cx="4319860" cy="1194843"/>
          </a:xfrm>
          <a:prstGeom prst="rect">
            <a:avLst/>
          </a:prstGeom>
        </p:spPr>
        <p:txBody>
          <a:bodyPr vert="horz" lIns="0" tIns="0" rIns="0" bIns="0" rtlCol="0" anchor="b">
            <a:normAutofit/>
          </a:bodyPr>
          <a:lstStyle>
            <a:lvl1pPr>
              <a:lnSpc>
                <a:spcPts val="3000"/>
              </a:lnSpc>
              <a:defRPr sz="2600">
                <a:solidFill>
                  <a:srgbClr val="12ABDB"/>
                </a:solidFill>
              </a:defRPr>
            </a:lvl1pPr>
          </a:lstStyle>
          <a:p>
            <a:r>
              <a:rPr lang="en-US" dirty="0"/>
              <a:t>Click to insert title</a:t>
            </a:r>
            <a:endParaRPr lang="pt-PT" dirty="0"/>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1988840"/>
            <a:ext cx="3709150" cy="1152127"/>
          </a:xfrm>
          <a:prstGeom prst="rect">
            <a:avLst/>
          </a:prstGeom>
        </p:spPr>
        <p:txBody>
          <a:bodyPr lIns="0" tIns="0" rIns="0" bIns="0">
            <a:noAutofit/>
          </a:bodyPr>
          <a:lstStyle>
            <a:lvl1pPr>
              <a:lnSpc>
                <a:spcPct val="100000"/>
              </a:lnSpc>
              <a:defRPr sz="18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6"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ctangle 27">
            <a:hlinkClick r:id="rId4"/>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chemeClr val="bg1"/>
                </a:solidFill>
                <a:latin typeface="+mj-lt"/>
                <a:cs typeface="Arial" panose="020B0604020202020204" pitchFamily="34" charset="0"/>
              </a:rPr>
              <a:t>Presentation Title | Author | Date</a:t>
            </a:r>
          </a:p>
        </p:txBody>
      </p:sp>
      <p:sp>
        <p:nvSpPr>
          <p:cNvPr id="13"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17515161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chnology Image">
    <p:bg>
      <p:bgRef idx="1001">
        <a:schemeClr val="bg1"/>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5A5BCC8E-52FE-4AF2-85A3-02F305A6057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880" b="30671"/>
          <a:stretch/>
        </p:blipFill>
        <p:spPr>
          <a:xfrm flipH="1">
            <a:off x="3886200" y="812801"/>
            <a:ext cx="8305800" cy="6045199"/>
          </a:xfrm>
          <a:prstGeom prst="rect">
            <a:avLst/>
          </a:prstGeom>
        </p:spPr>
      </p:pic>
      <p:sp>
        <p:nvSpPr>
          <p:cNvPr id="8" name="Picture Placeholder 17">
            <a:extLst>
              <a:ext uri="{FF2B5EF4-FFF2-40B4-BE49-F238E27FC236}">
                <a16:creationId xmlns:a16="http://schemas.microsoft.com/office/drawing/2014/main" id="{EDC88BCB-F476-4BB6-A735-9D28ECF2EBD5}"/>
              </a:ext>
            </a:extLst>
          </p:cNvPr>
          <p:cNvSpPr>
            <a:spLocks noGrp="1"/>
          </p:cNvSpPr>
          <p:nvPr>
            <p:ph type="pic" sz="quarter" idx="10"/>
          </p:nvPr>
        </p:nvSpPr>
        <p:spPr>
          <a:xfrm>
            <a:off x="0" y="-1"/>
            <a:ext cx="7358743" cy="6857998"/>
          </a:xfrm>
          <a:prstGeom prst="rect">
            <a:avLst/>
          </a:prstGeom>
          <a:noFill/>
        </p:spPr>
        <p:txBody>
          <a:bodyPr anchor="ctr"/>
          <a:lstStyle>
            <a:lvl1pPr algn="ctr">
              <a:defRPr/>
            </a:lvl1pPr>
          </a:lstStyle>
          <a:p>
            <a:endParaRPr lang="pt-PT" dirty="0"/>
          </a:p>
        </p:txBody>
      </p:sp>
      <p:sp>
        <p:nvSpPr>
          <p:cNvPr id="9" name="Title Placeholder 1">
            <a:extLst>
              <a:ext uri="{FF2B5EF4-FFF2-40B4-BE49-F238E27FC236}">
                <a16:creationId xmlns:a16="http://schemas.microsoft.com/office/drawing/2014/main" id="{1EA78C13-ABAA-4BAC-9CD6-3FC2F2788217}"/>
              </a:ext>
            </a:extLst>
          </p:cNvPr>
          <p:cNvSpPr>
            <a:spLocks noGrp="1"/>
          </p:cNvSpPr>
          <p:nvPr>
            <p:ph type="title" hasCustomPrompt="1"/>
          </p:nvPr>
        </p:nvSpPr>
        <p:spPr>
          <a:xfrm>
            <a:off x="7641936" y="1917275"/>
            <a:ext cx="4142078" cy="1727749"/>
          </a:xfrm>
          <a:prstGeom prst="rect">
            <a:avLst/>
          </a:prstGeom>
        </p:spPr>
        <p:txBody>
          <a:bodyPr vert="horz" lIns="0" tIns="0" rIns="0" bIns="0" rtlCol="0" anchor="b">
            <a:normAutofit/>
          </a:bodyPr>
          <a:lstStyle>
            <a:lvl1pPr algn="r">
              <a:lnSpc>
                <a:spcPts val="3000"/>
              </a:lnSpc>
              <a:defRPr sz="2600">
                <a:solidFill>
                  <a:srgbClr val="95E616"/>
                </a:solidFill>
              </a:defRPr>
            </a:lvl1pPr>
          </a:lstStyle>
          <a:p>
            <a:r>
              <a:rPr lang="en-US" dirty="0"/>
              <a:t>Click to insert title</a:t>
            </a:r>
            <a:endParaRPr lang="pt-PT" dirty="0"/>
          </a:p>
        </p:txBody>
      </p:sp>
      <p:sp>
        <p:nvSpPr>
          <p:cNvPr id="10" name="Text Placeholder 7">
            <a:extLst>
              <a:ext uri="{FF2B5EF4-FFF2-40B4-BE49-F238E27FC236}">
                <a16:creationId xmlns:a16="http://schemas.microsoft.com/office/drawing/2014/main" id="{235AC200-82C6-49D0-B50C-8C2A4A3A2B93}"/>
              </a:ext>
            </a:extLst>
          </p:cNvPr>
          <p:cNvSpPr>
            <a:spLocks noGrp="1"/>
          </p:cNvSpPr>
          <p:nvPr>
            <p:ph type="body" sz="quarter" idx="32" hasCustomPrompt="1"/>
          </p:nvPr>
        </p:nvSpPr>
        <p:spPr>
          <a:xfrm>
            <a:off x="7631886" y="3762625"/>
            <a:ext cx="4152128" cy="2186655"/>
          </a:xfrm>
          <a:prstGeom prst="rect">
            <a:avLst/>
          </a:prstGeom>
        </p:spPr>
        <p:txBody>
          <a:bodyPr lIns="0" tIns="0" rIns="0" bIns="0">
            <a:noAutofit/>
          </a:bodyPr>
          <a:lstStyle>
            <a:lvl1pPr algn="r">
              <a:lnSpc>
                <a:spcPct val="100000"/>
              </a:lnSpc>
              <a:defRPr sz="18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11"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sp>
        <p:nvSpPr>
          <p:cNvPr id="14" name="Retângulo 43">
            <a:extLst>
              <a:ext uri="{FF2B5EF4-FFF2-40B4-BE49-F238E27FC236}">
                <a16:creationId xmlns:a16="http://schemas.microsoft.com/office/drawing/2014/main" id="{834ADCB4-BFB1-450D-8F6D-64217F4CD92C}"/>
              </a:ext>
            </a:extLst>
          </p:cNvPr>
          <p:cNvSpPr/>
          <p:nvPr userDrawn="1"/>
        </p:nvSpPr>
        <p:spPr>
          <a:xfrm>
            <a:off x="7960190"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1764042835"/>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mage and highlights (two-color)">
    <p:spTree>
      <p:nvGrpSpPr>
        <p:cNvPr id="1" name=""/>
        <p:cNvGrpSpPr/>
        <p:nvPr/>
      </p:nvGrpSpPr>
      <p:grpSpPr>
        <a:xfrm>
          <a:off x="0" y="0"/>
          <a:ext cx="0" cy="0"/>
          <a:chOff x="0" y="0"/>
          <a:chExt cx="0" cy="0"/>
        </a:xfrm>
      </p:grpSpPr>
      <p:sp>
        <p:nvSpPr>
          <p:cNvPr id="10" name="Picture Placeholder 17">
            <a:extLst>
              <a:ext uri="{FF2B5EF4-FFF2-40B4-BE49-F238E27FC236}">
                <a16:creationId xmlns:a16="http://schemas.microsoft.com/office/drawing/2014/main" id="{A11CE6B2-56EB-4C86-B1D0-B791937A346D}"/>
              </a:ext>
            </a:extLst>
          </p:cNvPr>
          <p:cNvSpPr>
            <a:spLocks noGrp="1"/>
          </p:cNvSpPr>
          <p:nvPr>
            <p:ph type="pic" sz="quarter" idx="10"/>
          </p:nvPr>
        </p:nvSpPr>
        <p:spPr>
          <a:xfrm>
            <a:off x="4833257" y="-1"/>
            <a:ext cx="7358743" cy="6857998"/>
          </a:xfrm>
          <a:prstGeom prst="rect">
            <a:avLst/>
          </a:prstGeom>
          <a:noFill/>
        </p:spPr>
        <p:txBody>
          <a:bodyPr anchor="ctr"/>
          <a:lstStyle>
            <a:lvl1pPr algn="ctr">
              <a:defRPr/>
            </a:lvl1pPr>
          </a:lstStyle>
          <a:p>
            <a:endParaRPr lang="pt-PT" dirty="0"/>
          </a:p>
        </p:txBody>
      </p:sp>
      <p:sp>
        <p:nvSpPr>
          <p:cNvPr id="8" name="Title Placeholder 1">
            <a:extLst>
              <a:ext uri="{FF2B5EF4-FFF2-40B4-BE49-F238E27FC236}">
                <a16:creationId xmlns:a16="http://schemas.microsoft.com/office/drawing/2014/main" id="{111A5EED-2BC2-465F-9194-B07443C0A9F3}"/>
              </a:ext>
            </a:extLst>
          </p:cNvPr>
          <p:cNvSpPr>
            <a:spLocks noGrp="1"/>
          </p:cNvSpPr>
          <p:nvPr>
            <p:ph type="title" hasCustomPrompt="1"/>
          </p:nvPr>
        </p:nvSpPr>
        <p:spPr>
          <a:xfrm>
            <a:off x="939799" y="707444"/>
            <a:ext cx="2895436" cy="1830078"/>
          </a:xfrm>
          <a:prstGeom prst="rect">
            <a:avLst/>
          </a:prstGeom>
        </p:spPr>
        <p:txBody>
          <a:bodyPr vert="horz" lIns="91440" tIns="45720" rIns="91440" bIns="45720" rtlCol="0" anchor="b">
            <a:normAutofit/>
          </a:bodyPr>
          <a:lstStyle>
            <a:lvl1pPr algn="l">
              <a:defRPr sz="4800">
                <a:solidFill>
                  <a:srgbClr val="95E616"/>
                </a:solidFill>
              </a:defRPr>
            </a:lvl1pPr>
          </a:lstStyle>
          <a:p>
            <a:r>
              <a:rPr lang="en-US" dirty="0"/>
              <a:t>Click to add title</a:t>
            </a:r>
            <a:endParaRPr lang="pt-PT" dirty="0"/>
          </a:p>
        </p:txBody>
      </p:sp>
      <p:sp>
        <p:nvSpPr>
          <p:cNvPr id="9" name="Text Placeholder 7">
            <a:extLst>
              <a:ext uri="{FF2B5EF4-FFF2-40B4-BE49-F238E27FC236}">
                <a16:creationId xmlns:a16="http://schemas.microsoft.com/office/drawing/2014/main" id="{D4BFADA0-A20F-45DD-B818-E0C58FC73DCB}"/>
              </a:ext>
            </a:extLst>
          </p:cNvPr>
          <p:cNvSpPr>
            <a:spLocks noGrp="1"/>
          </p:cNvSpPr>
          <p:nvPr>
            <p:ph type="body" sz="quarter" idx="32" hasCustomPrompt="1"/>
          </p:nvPr>
        </p:nvSpPr>
        <p:spPr>
          <a:xfrm>
            <a:off x="939799" y="2564904"/>
            <a:ext cx="2895435" cy="3589775"/>
          </a:xfrm>
          <a:prstGeom prst="rect">
            <a:avLst/>
          </a:prstGeom>
        </p:spPr>
        <p:txBody>
          <a:bodyPr>
            <a:noAutofit/>
          </a:bodyPr>
          <a:lstStyle>
            <a:lvl1pPr algn="l">
              <a:lnSpc>
                <a:spcPct val="100000"/>
              </a:lnSpc>
              <a:defRPr sz="18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5" name="Rectangle 4">
            <a:extLst>
              <a:ext uri="{FF2B5EF4-FFF2-40B4-BE49-F238E27FC236}">
                <a16:creationId xmlns:a16="http://schemas.microsoft.com/office/drawing/2014/main" id="{0B9B7D6C-D884-4362-AF1D-3A8B442DE315}"/>
              </a:ext>
            </a:extLst>
          </p:cNvPr>
          <p:cNvSpPr/>
          <p:nvPr userDrawn="1"/>
        </p:nvSpPr>
        <p:spPr>
          <a:xfrm>
            <a:off x="0" y="0"/>
            <a:ext cx="3067050" cy="6858000"/>
          </a:xfrm>
          <a:prstGeom prst="rect">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grpSp>
        <p:nvGrpSpPr>
          <p:cNvPr id="6" name="Group 5">
            <a:extLst>
              <a:ext uri="{FF2B5EF4-FFF2-40B4-BE49-F238E27FC236}">
                <a16:creationId xmlns:a16="http://schemas.microsoft.com/office/drawing/2014/main" id="{91BF642E-618C-4DD9-AF43-29DF366CC373}"/>
              </a:ext>
            </a:extLst>
          </p:cNvPr>
          <p:cNvGrpSpPr/>
          <p:nvPr userDrawn="1"/>
        </p:nvGrpSpPr>
        <p:grpSpPr>
          <a:xfrm flipH="1">
            <a:off x="-2" y="-1828800"/>
            <a:ext cx="7510780" cy="10800950"/>
            <a:chOff x="4503427" y="-841109"/>
            <a:chExt cx="6774184" cy="9741675"/>
          </a:xfrm>
        </p:grpSpPr>
        <p:sp>
          <p:nvSpPr>
            <p:cNvPr id="7" name="Rectangle 6">
              <a:extLst>
                <a:ext uri="{FF2B5EF4-FFF2-40B4-BE49-F238E27FC236}">
                  <a16:creationId xmlns:a16="http://schemas.microsoft.com/office/drawing/2014/main" id="{05F159C5-9D2B-4D41-B049-265FEAC7A16A}"/>
                </a:ext>
              </a:extLst>
            </p:cNvPr>
            <p:cNvSpPr/>
            <p:nvPr/>
          </p:nvSpPr>
          <p:spPr>
            <a:xfrm>
              <a:off x="10312400" y="5969000"/>
              <a:ext cx="533400" cy="8001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grpSp>
          <p:nvGrpSpPr>
            <p:cNvPr id="11" name="Group 10">
              <a:extLst>
                <a:ext uri="{FF2B5EF4-FFF2-40B4-BE49-F238E27FC236}">
                  <a16:creationId xmlns:a16="http://schemas.microsoft.com/office/drawing/2014/main" id="{A7CCBDA4-ECAE-40B4-AFC3-26E23560D77A}"/>
                </a:ext>
              </a:extLst>
            </p:cNvPr>
            <p:cNvGrpSpPr/>
            <p:nvPr/>
          </p:nvGrpSpPr>
          <p:grpSpPr>
            <a:xfrm>
              <a:off x="4503427" y="-841109"/>
              <a:ext cx="6774184" cy="9741675"/>
              <a:chOff x="6466897" y="122642"/>
              <a:chExt cx="5044220" cy="7253890"/>
            </a:xfrm>
          </p:grpSpPr>
          <p:pic>
            <p:nvPicPr>
              <p:cNvPr id="12" name="Graphic 11">
                <a:extLst>
                  <a:ext uri="{FF2B5EF4-FFF2-40B4-BE49-F238E27FC236}">
                    <a16:creationId xmlns:a16="http://schemas.microsoft.com/office/drawing/2014/main" id="{7CE27168-F6DA-4810-BB03-F13300055E35}"/>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24648" t="31387" r="33798" b="8441"/>
              <a:stretch/>
            </p:blipFill>
            <p:spPr>
              <a:xfrm>
                <a:off x="7684232" y="122642"/>
                <a:ext cx="3826885" cy="6735359"/>
              </a:xfrm>
              <a:prstGeom prst="rect">
                <a:avLst/>
              </a:prstGeom>
            </p:spPr>
          </p:pic>
          <p:pic>
            <p:nvPicPr>
              <p:cNvPr id="13" name="Graphic 12">
                <a:extLst>
                  <a:ext uri="{FF2B5EF4-FFF2-40B4-BE49-F238E27FC236}">
                    <a16:creationId xmlns:a16="http://schemas.microsoft.com/office/drawing/2014/main" id="{B2FD07E9-FD44-4F4D-B48A-CB2D72E628F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3644" t="23056" r="6670" b="9419"/>
              <a:stretch/>
            </p:blipFill>
            <p:spPr>
              <a:xfrm>
                <a:off x="6466897" y="900452"/>
                <a:ext cx="5044218" cy="6476080"/>
              </a:xfrm>
              <a:prstGeom prst="rect">
                <a:avLst/>
              </a:prstGeom>
            </p:spPr>
          </p:pic>
        </p:grpSp>
      </p:grpSp>
      <p:sp>
        <p:nvSpPr>
          <p:cNvPr id="14"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5"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6" name="Rectangle 27">
            <a:hlinkClick r:id="rId6"/>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chemeClr val="bg1"/>
                </a:solidFill>
                <a:latin typeface="+mj-lt"/>
                <a:cs typeface="Arial" panose="020B0604020202020204" pitchFamily="34" charset="0"/>
              </a:rPr>
              <a:t>Presentation Title | Author | Date</a:t>
            </a:r>
          </a:p>
        </p:txBody>
      </p:sp>
      <p:sp>
        <p:nvSpPr>
          <p:cNvPr id="17"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31866084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ullets and imag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567D75B-5423-48DB-8633-03391840D13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400800" y="0"/>
            <a:ext cx="5791199" cy="5902959"/>
          </a:xfrm>
          <a:prstGeom prst="rect">
            <a:avLst/>
          </a:prstGeom>
        </p:spPr>
      </p:pic>
      <p:sp>
        <p:nvSpPr>
          <p:cNvPr id="9" name="Picture Placeholder 17">
            <a:extLst>
              <a:ext uri="{FF2B5EF4-FFF2-40B4-BE49-F238E27FC236}">
                <a16:creationId xmlns:a16="http://schemas.microsoft.com/office/drawing/2014/main" id="{367AB1B6-26E9-4FAE-989E-AB1A5DFB1961}"/>
              </a:ext>
            </a:extLst>
          </p:cNvPr>
          <p:cNvSpPr>
            <a:spLocks noGrp="1"/>
          </p:cNvSpPr>
          <p:nvPr>
            <p:ph type="pic" sz="quarter" idx="10"/>
          </p:nvPr>
        </p:nvSpPr>
        <p:spPr>
          <a:xfrm>
            <a:off x="6284686" y="-1"/>
            <a:ext cx="5907313" cy="6857998"/>
          </a:xfrm>
          <a:prstGeom prst="rect">
            <a:avLst/>
          </a:prstGeom>
          <a:noFill/>
        </p:spPr>
        <p:txBody>
          <a:bodyPr anchor="ctr"/>
          <a:lstStyle>
            <a:lvl1pPr algn="ctr">
              <a:defRPr/>
            </a:lvl1pPr>
          </a:lstStyle>
          <a:p>
            <a:endParaRPr lang="pt-PT" dirty="0"/>
          </a:p>
        </p:txBody>
      </p:sp>
      <p:sp>
        <p:nvSpPr>
          <p:cNvPr id="8"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4"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17591" y="1430234"/>
            <a:ext cx="5678409" cy="1368152"/>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6" hasCustomPrompt="1"/>
          </p:nvPr>
        </p:nvSpPr>
        <p:spPr>
          <a:xfrm>
            <a:off x="417591" y="3253616"/>
            <a:ext cx="5678409" cy="1368152"/>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8" name="Text Placeholder 7">
            <a:extLst>
              <a:ext uri="{FF2B5EF4-FFF2-40B4-BE49-F238E27FC236}">
                <a16:creationId xmlns:a16="http://schemas.microsoft.com/office/drawing/2014/main" id="{9228FC83-C11D-47F2-8BDE-B10D125E5E87}"/>
              </a:ext>
            </a:extLst>
          </p:cNvPr>
          <p:cNvSpPr>
            <a:spLocks noGrp="1"/>
          </p:cNvSpPr>
          <p:nvPr>
            <p:ph type="body" sz="quarter" idx="37" hasCustomPrompt="1"/>
          </p:nvPr>
        </p:nvSpPr>
        <p:spPr>
          <a:xfrm>
            <a:off x="417591" y="5076998"/>
            <a:ext cx="5678409" cy="1368152"/>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9"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4"/>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22"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pic>
        <p:nvPicPr>
          <p:cNvPr id="23"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4980789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10" name="Picture Placeholder 17">
            <a:extLst>
              <a:ext uri="{FF2B5EF4-FFF2-40B4-BE49-F238E27FC236}">
                <a16:creationId xmlns:a16="http://schemas.microsoft.com/office/drawing/2014/main" id="{218E0C47-FBAF-440E-A6A0-9D14AE6071F8}"/>
              </a:ext>
            </a:extLst>
          </p:cNvPr>
          <p:cNvSpPr>
            <a:spLocks noGrp="1"/>
          </p:cNvSpPr>
          <p:nvPr>
            <p:ph type="pic" sz="quarter" idx="10"/>
          </p:nvPr>
        </p:nvSpPr>
        <p:spPr>
          <a:xfrm>
            <a:off x="0" y="-1"/>
            <a:ext cx="12192000" cy="6857998"/>
          </a:xfrm>
          <a:prstGeom prst="rect">
            <a:avLst/>
          </a:prstGeom>
          <a:noFill/>
        </p:spPr>
        <p:txBody>
          <a:bodyPr anchor="ctr"/>
          <a:lstStyle>
            <a:lvl1pPr algn="ctr">
              <a:defRPr/>
            </a:lvl1pPr>
          </a:lstStyle>
          <a:p>
            <a:endParaRPr lang="pt-PT" dirty="0"/>
          </a:p>
        </p:txBody>
      </p:sp>
      <p:sp>
        <p:nvSpPr>
          <p:cNvPr id="14" name="Text Placeholder 7">
            <a:extLst>
              <a:ext uri="{FF2B5EF4-FFF2-40B4-BE49-F238E27FC236}">
                <a16:creationId xmlns:a16="http://schemas.microsoft.com/office/drawing/2014/main" id="{0BF72C50-3F98-41E6-A3C8-32663046C696}"/>
              </a:ext>
            </a:extLst>
          </p:cNvPr>
          <p:cNvSpPr>
            <a:spLocks noGrp="1"/>
          </p:cNvSpPr>
          <p:nvPr>
            <p:ph type="body" sz="quarter" idx="33" hasCustomPrompt="1"/>
          </p:nvPr>
        </p:nvSpPr>
        <p:spPr>
          <a:xfrm>
            <a:off x="7712546" y="404813"/>
            <a:ext cx="3640038" cy="799873"/>
          </a:xfrm>
          <a:prstGeom prst="rect">
            <a:avLst/>
          </a:prstGeom>
        </p:spPr>
        <p:txBody>
          <a:bodyPr>
            <a:noAutofit/>
          </a:bodyPr>
          <a:lstStyle>
            <a:lvl1pPr algn="r">
              <a:lnSpc>
                <a:spcPts val="1800"/>
              </a:lnSpc>
              <a:defRPr sz="1600" b="1">
                <a:solidFill>
                  <a:schemeClr val="accent3"/>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7"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3"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698415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6"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17592" y="1430234"/>
            <a:ext cx="3008302" cy="5011014"/>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77266364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mage and Text2 (fixe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D2F289-295A-4712-B3F5-6C1E821AF1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pic>
        <p:nvPicPr>
          <p:cNvPr id="9" name="Graphic 8">
            <a:extLst>
              <a:ext uri="{FF2B5EF4-FFF2-40B4-BE49-F238E27FC236}">
                <a16:creationId xmlns:a16="http://schemas.microsoft.com/office/drawing/2014/main" id="{BEB011C7-5067-4A7D-A5A2-FB9132A5D7A3}"/>
              </a:ext>
            </a:extLst>
          </p:cNvPr>
          <p:cNvPicPr>
            <a:picLocks noChangeAspect="1"/>
          </p:cNvPicPr>
          <p:nvPr userDrawn="1"/>
        </p:nvPicPr>
        <p:blipFill>
          <a:blip r:embed="rId3">
            <a:extLst>
              <a:ext uri="{96DAC541-7B7A-43D3-8B79-37D633B846F1}">
                <asvg:svgBlip xmlns:asvg="http://schemas.microsoft.com/office/drawing/2016/SVG/main" r:embed="rId4"/>
              </a:ext>
            </a:extLst>
          </a:blip>
          <a:srcRect t="45009" r="3903"/>
          <a:stretch>
            <a:fillRect/>
          </a:stretch>
        </p:blipFill>
        <p:spPr>
          <a:xfrm rot="20633129">
            <a:off x="6623457" y="-854950"/>
            <a:ext cx="5712032" cy="3331781"/>
          </a:xfrm>
          <a:custGeom>
            <a:avLst/>
            <a:gdLst>
              <a:gd name="connsiteX0" fmla="*/ 0 w 6455155"/>
              <a:gd name="connsiteY0" fmla="*/ 0 h 3765238"/>
              <a:gd name="connsiteX1" fmla="*/ 6455155 w 6455155"/>
              <a:gd name="connsiteY1" fmla="*/ 1864957 h 3765238"/>
              <a:gd name="connsiteX2" fmla="*/ 5906145 w 6455155"/>
              <a:gd name="connsiteY2" fmla="*/ 3765238 h 3765238"/>
              <a:gd name="connsiteX3" fmla="*/ 2661149 w 6455155"/>
              <a:gd name="connsiteY3" fmla="*/ 3765238 h 3765238"/>
              <a:gd name="connsiteX4" fmla="*/ 0 w 6455155"/>
              <a:gd name="connsiteY4" fmla="*/ 2996406 h 3765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5155" h="3765238">
                <a:moveTo>
                  <a:pt x="0" y="0"/>
                </a:moveTo>
                <a:lnTo>
                  <a:pt x="6455155" y="1864957"/>
                </a:lnTo>
                <a:lnTo>
                  <a:pt x="5906145" y="3765238"/>
                </a:lnTo>
                <a:lnTo>
                  <a:pt x="2661149" y="3765238"/>
                </a:lnTo>
                <a:lnTo>
                  <a:pt x="0" y="2996406"/>
                </a:lnTo>
                <a:close/>
              </a:path>
            </a:pathLst>
          </a:custGeom>
        </p:spPr>
      </p:pic>
      <p:sp>
        <p:nvSpPr>
          <p:cNvPr id="14" name="Text Placeholder 7">
            <a:extLst>
              <a:ext uri="{FF2B5EF4-FFF2-40B4-BE49-F238E27FC236}">
                <a16:creationId xmlns:a16="http://schemas.microsoft.com/office/drawing/2014/main" id="{0BF72C50-3F98-41E6-A3C8-32663046C696}"/>
              </a:ext>
            </a:extLst>
          </p:cNvPr>
          <p:cNvSpPr>
            <a:spLocks noGrp="1"/>
          </p:cNvSpPr>
          <p:nvPr>
            <p:ph type="body" sz="quarter" idx="33" hasCustomPrompt="1"/>
          </p:nvPr>
        </p:nvSpPr>
        <p:spPr>
          <a:xfrm>
            <a:off x="7712546" y="251439"/>
            <a:ext cx="3594084" cy="953247"/>
          </a:xfrm>
          <a:prstGeom prst="rect">
            <a:avLst/>
          </a:prstGeom>
        </p:spPr>
        <p:txBody>
          <a:bodyPr>
            <a:noAutofit/>
          </a:bodyPr>
          <a:lstStyle>
            <a:lvl1pPr>
              <a:lnSpc>
                <a:spcPct val="100000"/>
              </a:lnSpc>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8"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3" name="Rectangle 27">
            <a:hlinkClick r:id="rId5"/>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5"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1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698415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17592" y="1430234"/>
            <a:ext cx="3008302" cy="5011014"/>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pic>
        <p:nvPicPr>
          <p:cNvPr id="18"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32318641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10/6/2021</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6023989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10/6/2021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3584264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10/6/2021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100337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10/6/2021</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5484039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10/6/2021</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0410927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10/6/2021</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5142772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10/6/2021</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7010592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10/6/2021</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279591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10/6/2021</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934936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10/6/2021</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520443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10/6/2021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612443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10/6/2021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4492236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10/6/2021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0740056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10/6/2021</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7448924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10/6/2021</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449532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10/6/2021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165754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10/6/2021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1022229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userDrawn="1">
  <p:cSld name="Title Slide 6">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8B5F77E1-A90A-4D54-B022-9C5E9B57DFA9}"/>
              </a:ext>
            </a:extLst>
          </p:cNvPr>
          <p:cNvGrpSpPr/>
          <p:nvPr userDrawn="1"/>
        </p:nvGrpSpPr>
        <p:grpSpPr>
          <a:xfrm>
            <a:off x="0" y="-55534"/>
            <a:ext cx="12216000" cy="5173384"/>
            <a:chOff x="0" y="-55534"/>
            <a:chExt cx="12216000" cy="5173384"/>
          </a:xfrm>
        </p:grpSpPr>
        <p:sp>
          <p:nvSpPr>
            <p:cNvPr id="13" name="Forme libre : forme 12">
              <a:extLst>
                <a:ext uri="{FF2B5EF4-FFF2-40B4-BE49-F238E27FC236}">
                  <a16:creationId xmlns:a16="http://schemas.microsoft.com/office/drawing/2014/main" id="{89968303-ACAB-46E2-9ADA-FFEAE7DD34FF}"/>
                </a:ext>
              </a:extLst>
            </p:cNvPr>
            <p:cNvSpPr/>
            <p:nvPr userDrawn="1"/>
          </p:nvSpPr>
          <p:spPr>
            <a:xfrm rot="10800000" flipH="1">
              <a:off x="0" y="-32385"/>
              <a:ext cx="5332543" cy="3858339"/>
            </a:xfrm>
            <a:custGeom>
              <a:avLst/>
              <a:gdLst>
                <a:gd name="connsiteX0" fmla="*/ 2180368 w 2314575"/>
                <a:gd name="connsiteY0" fmla="*/ 675704 h 1685925"/>
                <a:gd name="connsiteX1" fmla="*/ 7144 w 2314575"/>
                <a:gd name="connsiteY1" fmla="*/ 84011 h 1685925"/>
                <a:gd name="connsiteX2" fmla="*/ 7144 w 2314575"/>
                <a:gd name="connsiteY2" fmla="*/ 1622204 h 1685925"/>
                <a:gd name="connsiteX3" fmla="*/ 29813 w 2314575"/>
                <a:gd name="connsiteY3" fmla="*/ 1681544 h 1685925"/>
                <a:gd name="connsiteX4" fmla="*/ 2086261 w 2314575"/>
                <a:gd name="connsiteY4" fmla="*/ 1681544 h 1685925"/>
                <a:gd name="connsiteX5" fmla="*/ 2180368 w 2314575"/>
                <a:gd name="connsiteY5" fmla="*/ 675704 h 1685925"/>
                <a:gd name="connsiteX0" fmla="*/ 2173224 w 2307237"/>
                <a:gd name="connsiteY0" fmla="*/ 668561 h 1674401"/>
                <a:gd name="connsiteX1" fmla="*/ 0 w 2307237"/>
                <a:gd name="connsiteY1" fmla="*/ 76868 h 1674401"/>
                <a:gd name="connsiteX2" fmla="*/ 0 w 2307237"/>
                <a:gd name="connsiteY2" fmla="*/ 1615061 h 1674401"/>
                <a:gd name="connsiteX3" fmla="*/ 2637 w 2307237"/>
                <a:gd name="connsiteY3" fmla="*/ 1664385 h 1674401"/>
                <a:gd name="connsiteX4" fmla="*/ 2079117 w 2307237"/>
                <a:gd name="connsiteY4" fmla="*/ 1674401 h 1674401"/>
                <a:gd name="connsiteX5" fmla="*/ 2173224 w 2307237"/>
                <a:gd name="connsiteY5" fmla="*/ 668561 h 1674401"/>
                <a:gd name="connsiteX0" fmla="*/ 2173224 w 2307237"/>
                <a:gd name="connsiteY0" fmla="*/ 668561 h 1669393"/>
                <a:gd name="connsiteX1" fmla="*/ 0 w 2307237"/>
                <a:gd name="connsiteY1" fmla="*/ 76868 h 1669393"/>
                <a:gd name="connsiteX2" fmla="*/ 0 w 2307237"/>
                <a:gd name="connsiteY2" fmla="*/ 1615061 h 1669393"/>
                <a:gd name="connsiteX3" fmla="*/ 2637 w 2307237"/>
                <a:gd name="connsiteY3" fmla="*/ 1664385 h 1669393"/>
                <a:gd name="connsiteX4" fmla="*/ 2079117 w 2307237"/>
                <a:gd name="connsiteY4" fmla="*/ 1669393 h 1669393"/>
                <a:gd name="connsiteX5" fmla="*/ 2173224 w 2307237"/>
                <a:gd name="connsiteY5" fmla="*/ 668561 h 16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7237" h="1669393">
                  <a:moveTo>
                    <a:pt x="2173224" y="668561"/>
                  </a:moveTo>
                  <a:cubicBezTo>
                    <a:pt x="1677257" y="1447230"/>
                    <a:pt x="849249" y="-388999"/>
                    <a:pt x="0" y="76868"/>
                  </a:cubicBezTo>
                  <a:lnTo>
                    <a:pt x="0" y="1615061"/>
                  </a:lnTo>
                  <a:cubicBezTo>
                    <a:pt x="7906" y="1636016"/>
                    <a:pt x="-4506" y="1646002"/>
                    <a:pt x="2637" y="1664385"/>
                  </a:cubicBezTo>
                  <a:lnTo>
                    <a:pt x="2079117" y="1669393"/>
                  </a:lnTo>
                  <a:cubicBezTo>
                    <a:pt x="2267807" y="988356"/>
                    <a:pt x="2432685" y="261177"/>
                    <a:pt x="2173224" y="668561"/>
                  </a:cubicBezTo>
                  <a:close/>
                </a:path>
              </a:pathLst>
            </a:custGeom>
            <a:solidFill>
              <a:schemeClr val="accent3"/>
            </a:solidFill>
            <a:ln w="9525" cap="flat">
              <a:noFill/>
              <a:prstDash val="solid"/>
              <a:miter/>
            </a:ln>
          </p:spPr>
          <p:txBody>
            <a:bodyPr rtlCol="0" anchor="ctr"/>
            <a:lstStyle/>
            <a:p>
              <a:endParaRPr lang="en-US" dirty="0"/>
            </a:p>
          </p:txBody>
        </p:sp>
        <p:sp>
          <p:nvSpPr>
            <p:cNvPr id="14" name="Forme libre : forme 13">
              <a:extLst>
                <a:ext uri="{FF2B5EF4-FFF2-40B4-BE49-F238E27FC236}">
                  <a16:creationId xmlns:a16="http://schemas.microsoft.com/office/drawing/2014/main" id="{E554DC0D-4FB0-4F98-9429-3F0318722CC7}"/>
                </a:ext>
              </a:extLst>
            </p:cNvPr>
            <p:cNvSpPr/>
            <p:nvPr/>
          </p:nvSpPr>
          <p:spPr>
            <a:xfrm rot="10800000" flipH="1">
              <a:off x="2749803" y="-55534"/>
              <a:ext cx="9466197" cy="5173384"/>
            </a:xfrm>
            <a:custGeom>
              <a:avLst/>
              <a:gdLst>
                <a:gd name="connsiteX0" fmla="*/ 4091559 w 4095750"/>
                <a:gd name="connsiteY0" fmla="*/ 2231968 h 2238375"/>
                <a:gd name="connsiteX1" fmla="*/ 1634966 w 4095750"/>
                <a:gd name="connsiteY1" fmla="*/ 17120 h 2238375"/>
                <a:gd name="connsiteX2" fmla="*/ 7144 w 4095750"/>
                <a:gd name="connsiteY2" fmla="*/ 2231968 h 2238375"/>
                <a:gd name="connsiteX3" fmla="*/ 4091559 w 4095750"/>
                <a:gd name="connsiteY3" fmla="*/ 2231968 h 2238375"/>
              </a:gdLst>
              <a:ahLst/>
              <a:cxnLst>
                <a:cxn ang="0">
                  <a:pos x="connsiteX0" y="connsiteY0"/>
                </a:cxn>
                <a:cxn ang="0">
                  <a:pos x="connsiteX1" y="connsiteY1"/>
                </a:cxn>
                <a:cxn ang="0">
                  <a:pos x="connsiteX2" y="connsiteY2"/>
                </a:cxn>
                <a:cxn ang="0">
                  <a:pos x="connsiteX3" y="connsiteY3"/>
                </a:cxn>
              </a:cxnLst>
              <a:rect l="l" t="t" r="r" b="b"/>
              <a:pathLst>
                <a:path w="4095750" h="2238375">
                  <a:moveTo>
                    <a:pt x="4091559" y="2231968"/>
                  </a:moveTo>
                  <a:cubicBezTo>
                    <a:pt x="3792189" y="638721"/>
                    <a:pt x="3102578" y="-88131"/>
                    <a:pt x="1634966" y="17120"/>
                  </a:cubicBezTo>
                  <a:cubicBezTo>
                    <a:pt x="986980" y="1336237"/>
                    <a:pt x="438150" y="1962030"/>
                    <a:pt x="7144" y="2231968"/>
                  </a:cubicBezTo>
                  <a:lnTo>
                    <a:pt x="4091559" y="2231968"/>
                  </a:lnTo>
                  <a:close/>
                </a:path>
              </a:pathLst>
            </a:custGeom>
            <a:solidFill>
              <a:schemeClr val="accent2"/>
            </a:solidFill>
            <a:ln w="9525" cap="flat">
              <a:noFill/>
              <a:prstDash val="solid"/>
              <a:miter/>
            </a:ln>
          </p:spPr>
          <p:txBody>
            <a:bodyPr rtlCol="0" anchor="ctr"/>
            <a:lstStyle/>
            <a:p>
              <a:endParaRPr lang="en-US" dirty="0"/>
            </a:p>
          </p:txBody>
        </p:sp>
      </p:grpSp>
      <p:graphicFrame>
        <p:nvGraphicFramePr>
          <p:cNvPr id="9" name="Object 8" hidden="1"/>
          <p:cNvGraphicFramePr>
            <a:graphicFrameLocks noChangeAspect="1"/>
          </p:cNvGraphicFramePr>
          <p:nvPr userDrawn="1">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userDrawn="1">
            <p:ph type="body" sz="quarter" idx="11" hasCustomPrompt="1"/>
          </p:nvPr>
        </p:nvSpPr>
        <p:spPr>
          <a:xfrm>
            <a:off x="5736000" y="591671"/>
            <a:ext cx="5392948" cy="2117329"/>
          </a:xfrm>
          <a:prstGeom prst="rect">
            <a:avLst/>
          </a:prstGeom>
        </p:spPr>
        <p:txBody>
          <a:bodyPr anchor="ctr">
            <a:normAutofit/>
          </a:bodyPr>
          <a:lstStyle>
            <a:lvl1pPr marL="0" indent="0">
              <a:buNone/>
              <a:defRPr sz="3600" b="1">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
        <p:nvSpPr>
          <p:cNvPr id="16" name="Subtitle 2"/>
          <p:cNvSpPr>
            <a:spLocks noGrp="1"/>
          </p:cNvSpPr>
          <p:nvPr userDrawn="1">
            <p:ph type="subTitle" idx="1" hasCustomPrompt="1"/>
          </p:nvPr>
        </p:nvSpPr>
        <p:spPr>
          <a:xfrm>
            <a:off x="5831750" y="2709000"/>
            <a:ext cx="4194069" cy="682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400" dirty="0">
                <a:solidFill>
                  <a:schemeClr val="bg1"/>
                </a:solidFill>
              </a:defRPr>
            </a:lvl1pPr>
          </a:lstStyle>
          <a:p>
            <a:pPr marL="0" lvl="0"/>
            <a:r>
              <a:rPr lang="en-US" dirty="0"/>
              <a:t>Click to insert presenter, location, </a:t>
            </a:r>
            <a:br>
              <a:rPr lang="en-US" dirty="0"/>
            </a:br>
            <a:r>
              <a:rPr lang="en-US" dirty="0"/>
              <a:t>and date</a:t>
            </a:r>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7"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1"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515092574"/>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Cover3">
    <p:bg>
      <p:bgPr>
        <a:solidFill>
          <a:schemeClr val="bg1"/>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7988" y="404813"/>
            <a:ext cx="2286000" cy="510013"/>
          </a:xfrm>
          <a:prstGeom prst="rect">
            <a:avLst/>
          </a:prstGeom>
        </p:spPr>
      </p:pic>
      <p:sp>
        <p:nvSpPr>
          <p:cNvPr id="10" name="Text Placeholder 13">
            <a:extLst>
              <a:ext uri="{FF2B5EF4-FFF2-40B4-BE49-F238E27FC236}">
                <a16:creationId xmlns:a16="http://schemas.microsoft.com/office/drawing/2014/main" id="{7D1DC75A-C7A4-44A4-B19C-D445335545B0}"/>
              </a:ext>
            </a:extLst>
          </p:cNvPr>
          <p:cNvSpPr>
            <a:spLocks noGrp="1"/>
          </p:cNvSpPr>
          <p:nvPr userDrawn="1">
            <p:ph type="body" sz="quarter" idx="11" hasCustomPrompt="1"/>
          </p:nvPr>
        </p:nvSpPr>
        <p:spPr>
          <a:xfrm>
            <a:off x="407988" y="2276872"/>
            <a:ext cx="5399980" cy="869950"/>
          </a:xfrm>
        </p:spPr>
        <p:txBody>
          <a:bodyPr lIns="0" tIns="0" rIns="0" bIns="0" anchor="b">
            <a:normAutofit/>
          </a:bodyPr>
          <a:lstStyle>
            <a:lvl1pPr>
              <a:lnSpc>
                <a:spcPts val="3000"/>
              </a:lnSpc>
              <a:defRPr sz="2600">
                <a:solidFill>
                  <a:schemeClr val="tx2"/>
                </a:solidFill>
              </a:defRPr>
            </a:lvl1pPr>
            <a:lvl2pPr>
              <a:defRPr sz="2400">
                <a:solidFill>
                  <a:schemeClr val="bg1"/>
                </a:solidFill>
              </a:defRPr>
            </a:lvl2pPr>
          </a:lstStyle>
          <a:p>
            <a:pPr lvl="0"/>
            <a:r>
              <a:rPr lang="en-US" dirty="0"/>
              <a:t>Click to insert title</a:t>
            </a:r>
            <a:endParaRPr lang="pt-PT" dirty="0"/>
          </a:p>
        </p:txBody>
      </p:sp>
      <p:sp>
        <p:nvSpPr>
          <p:cNvPr id="11" name="Text Placeholder 13">
            <a:extLst>
              <a:ext uri="{FF2B5EF4-FFF2-40B4-BE49-F238E27FC236}">
                <a16:creationId xmlns:a16="http://schemas.microsoft.com/office/drawing/2014/main" id="{563879A0-0979-491A-8758-371BB7AD935B}"/>
              </a:ext>
            </a:extLst>
          </p:cNvPr>
          <p:cNvSpPr>
            <a:spLocks noGrp="1"/>
          </p:cNvSpPr>
          <p:nvPr userDrawn="1">
            <p:ph type="body" sz="quarter" idx="12" hasCustomPrompt="1"/>
          </p:nvPr>
        </p:nvSpPr>
        <p:spPr>
          <a:xfrm>
            <a:off x="407988" y="3261834"/>
            <a:ext cx="5399980" cy="1196340"/>
          </a:xfrm>
        </p:spPr>
        <p:txBody>
          <a:bodyPr lIns="0" tIns="0" rIns="0" bIns="0">
            <a:normAutofit/>
          </a:bodyPr>
          <a:lstStyle>
            <a:lvl1pPr>
              <a:lnSpc>
                <a:spcPts val="1800"/>
              </a:lnSpc>
              <a:defRPr sz="1600">
                <a:solidFill>
                  <a:schemeClr val="accent2"/>
                </a:solidFill>
              </a:defRPr>
            </a:lvl1pPr>
            <a:lvl2pPr>
              <a:defRPr sz="1600">
                <a:solidFill>
                  <a:schemeClr val="bg1"/>
                </a:solidFill>
              </a:defRPr>
            </a:lvl2pPr>
          </a:lstStyle>
          <a:p>
            <a:pPr lvl="0"/>
            <a:r>
              <a:rPr lang="en-US" dirty="0"/>
              <a:t>Click to insert presenter, location, and date</a:t>
            </a:r>
            <a:endParaRPr lang="pt-PT" dirty="0"/>
          </a:p>
        </p:txBody>
      </p:sp>
      <p:sp>
        <p:nvSpPr>
          <p:cNvPr id="4" name="Freeform 11"/>
          <p:cNvSpPr>
            <a:spLocks/>
          </p:cNvSpPr>
          <p:nvPr userDrawn="1"/>
        </p:nvSpPr>
        <p:spPr bwMode="auto">
          <a:xfrm rot="16200000" flipH="1">
            <a:off x="6370124" y="13910"/>
            <a:ext cx="6353908" cy="6326091"/>
          </a:xfrm>
          <a:custGeom>
            <a:avLst/>
            <a:gdLst>
              <a:gd name="T0" fmla="*/ 909 w 1432"/>
              <a:gd name="T1" fmla="*/ 1425 h 1425"/>
              <a:gd name="T2" fmla="*/ 934 w 1432"/>
              <a:gd name="T3" fmla="*/ 0 h 1425"/>
              <a:gd name="T4" fmla="*/ 0 w 1432"/>
              <a:gd name="T5" fmla="*/ 231 h 1425"/>
              <a:gd name="T6" fmla="*/ 0 w 1432"/>
              <a:gd name="T7" fmla="*/ 1425 h 1425"/>
              <a:gd name="T8" fmla="*/ 909 w 1432"/>
              <a:gd name="T9" fmla="*/ 1425 h 1425"/>
            </a:gdLst>
            <a:ahLst/>
            <a:cxnLst>
              <a:cxn ang="0">
                <a:pos x="T0" y="T1"/>
              </a:cxn>
              <a:cxn ang="0">
                <a:pos x="T2" y="T3"/>
              </a:cxn>
              <a:cxn ang="0">
                <a:pos x="T4" y="T5"/>
              </a:cxn>
              <a:cxn ang="0">
                <a:pos x="T6" y="T7"/>
              </a:cxn>
              <a:cxn ang="0">
                <a:pos x="T8" y="T9"/>
              </a:cxn>
            </a:cxnLst>
            <a:rect l="0" t="0" r="r" b="b"/>
            <a:pathLst>
              <a:path w="1432" h="1425">
                <a:moveTo>
                  <a:pt x="909" y="1425"/>
                </a:moveTo>
                <a:cubicBezTo>
                  <a:pt x="1358" y="720"/>
                  <a:pt x="1432" y="301"/>
                  <a:pt x="934" y="0"/>
                </a:cubicBezTo>
                <a:cubicBezTo>
                  <a:pt x="392" y="295"/>
                  <a:pt x="129" y="297"/>
                  <a:pt x="0" y="231"/>
                </a:cubicBezTo>
                <a:cubicBezTo>
                  <a:pt x="0" y="1425"/>
                  <a:pt x="0" y="1425"/>
                  <a:pt x="0" y="1425"/>
                </a:cubicBezTo>
                <a:lnTo>
                  <a:pt x="909" y="1425"/>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2237051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4.sv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3.png"/><Relationship Id="rId5" Type="http://schemas.openxmlformats.org/officeDocument/2006/relationships/theme" Target="../theme/theme2.xml"/><Relationship Id="rId4"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image" Target="../media/image4.svg"/><Relationship Id="rId3" Type="http://schemas.openxmlformats.org/officeDocument/2006/relationships/slideLayout" Target="../slideLayouts/slideLayout16.xml"/><Relationship Id="rId21" Type="http://schemas.openxmlformats.org/officeDocument/2006/relationships/slideLayout" Target="../slideLayouts/slideLayout34.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image" Target="../media/image3.png"/><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theme" Target="../theme/theme3.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4.svg"/><Relationship Id="rId5" Type="http://schemas.openxmlformats.org/officeDocument/2006/relationships/slideLayout" Target="../slideLayouts/slideLayout41.xml"/><Relationship Id="rId10" Type="http://schemas.openxmlformats.org/officeDocument/2006/relationships/image" Target="../media/image3.png"/><Relationship Id="rId4" Type="http://schemas.openxmlformats.org/officeDocument/2006/relationships/slideLayout" Target="../slideLayouts/slideLayout40.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slideLayout" Target="../slideLayouts/slideLayout62.xml"/><Relationship Id="rId3" Type="http://schemas.openxmlformats.org/officeDocument/2006/relationships/slideLayout" Target="../slideLayouts/slideLayout47.xml"/><Relationship Id="rId21" Type="http://schemas.openxmlformats.org/officeDocument/2006/relationships/image" Target="../media/image50.jpeg"/><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theme" Target="../theme/theme5.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509B218C-0963-489A-AA77-3748FFA421C5}"/>
              </a:ext>
            </a:extLst>
          </p:cNvPr>
          <p:cNvSpPr>
            <a:spLocks noGrp="1"/>
          </p:cNvSpPr>
          <p:nvPr>
            <p:ph type="title"/>
          </p:nvPr>
        </p:nvSpPr>
        <p:spPr>
          <a:xfrm>
            <a:off x="407987" y="413387"/>
            <a:ext cx="11376025" cy="855026"/>
          </a:xfrm>
          <a:prstGeom prst="rect">
            <a:avLst/>
          </a:prstGeom>
        </p:spPr>
        <p:txBody>
          <a:bodyPr vert="horz" lIns="0" tIns="0" rIns="0" bIns="0" rtlCol="0" anchor="t">
            <a:normAutofit/>
          </a:bodyPr>
          <a:lstStyle/>
          <a:p>
            <a:r>
              <a:rPr lang="fr-FR"/>
              <a:t>Modifiez le style du titre</a:t>
            </a:r>
            <a:endParaRPr lang="pt-PT" dirty="0"/>
          </a:p>
        </p:txBody>
      </p:sp>
      <p:sp>
        <p:nvSpPr>
          <p:cNvPr id="5" name="Text Placeholder 4">
            <a:extLst>
              <a:ext uri="{FF2B5EF4-FFF2-40B4-BE49-F238E27FC236}">
                <a16:creationId xmlns:a16="http://schemas.microsoft.com/office/drawing/2014/main" id="{A4D17236-A440-4453-A69C-BE3728C11608}"/>
              </a:ext>
            </a:extLst>
          </p:cNvPr>
          <p:cNvSpPr>
            <a:spLocks noGrp="1"/>
          </p:cNvSpPr>
          <p:nvPr>
            <p:ph type="body" idx="1"/>
          </p:nvPr>
        </p:nvSpPr>
        <p:spPr>
          <a:xfrm>
            <a:off x="407988" y="1412875"/>
            <a:ext cx="11376024" cy="4764088"/>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pt-PT" dirty="0"/>
          </a:p>
        </p:txBody>
      </p:sp>
    </p:spTree>
    <p:extLst>
      <p:ext uri="{BB962C8B-B14F-4D97-AF65-F5344CB8AC3E}">
        <p14:creationId xmlns:p14="http://schemas.microsoft.com/office/powerpoint/2010/main" val="3378625389"/>
      </p:ext>
    </p:extLst>
  </p:cSld>
  <p:clrMap bg1="lt1" tx1="dk1" bg2="lt2" tx2="dk2" accent1="accent1" accent2="accent2" accent3="accent3" accent4="accent4" accent5="accent5" accent6="accent6" hlink="hlink" folHlink="folHlink"/>
  <p:sldLayoutIdLst>
    <p:sldLayoutId id="2147483790" r:id="rId1"/>
    <p:sldLayoutId id="2147483721" r:id="rId2"/>
    <p:sldLayoutId id="2147483810" r:id="rId3"/>
    <p:sldLayoutId id="2147483666" r:id="rId4"/>
    <p:sldLayoutId id="2147483720" r:id="rId5"/>
    <p:sldLayoutId id="2147483819" r:id="rId6"/>
    <p:sldLayoutId id="2147483820" r:id="rId7"/>
    <p:sldLayoutId id="2147483821" r:id="rId8"/>
    <p:sldLayoutId id="2147483832" r:id="rId9"/>
  </p:sldLayoutIdLst>
  <p:txStyles>
    <p:titleStyle>
      <a:lvl1pPr algn="l" defTabSz="914400" rtl="0" eaLnBrk="1" latinLnBrk="0" hangingPunct="1">
        <a:lnSpc>
          <a:spcPts val="3000"/>
        </a:lnSpc>
        <a:spcBef>
          <a:spcPct val="0"/>
        </a:spcBef>
        <a:buNone/>
        <a:defRPr sz="26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65" userDrawn="1">
          <p15:clr>
            <a:srgbClr val="F26B43"/>
          </p15:clr>
        </p15:guide>
        <p15:guide id="2" pos="257" userDrawn="1">
          <p15:clr>
            <a:srgbClr val="F26B43"/>
          </p15:clr>
        </p15:guide>
        <p15:guide id="3" pos="7423" userDrawn="1">
          <p15:clr>
            <a:srgbClr val="F26B43"/>
          </p15:clr>
        </p15:guide>
        <p15:guide id="4" orient="horz" pos="255" userDrawn="1">
          <p15:clr>
            <a:srgbClr val="F26B43"/>
          </p15:clr>
        </p15:guide>
        <p15:guide id="5" orient="horz" pos="799" userDrawn="1">
          <p15:clr>
            <a:srgbClr val="F26B43"/>
          </p15:clr>
        </p15:guide>
        <p15:guide id="6" orient="horz" pos="890" userDrawn="1">
          <p15:clr>
            <a:srgbClr val="F26B43"/>
          </p15:clr>
        </p15:guide>
        <p15:guide id="7" pos="3840" userDrawn="1">
          <p15:clr>
            <a:srgbClr val="F26B43"/>
          </p15:clr>
        </p15:guide>
        <p15:guide id="8" pos="3749" userDrawn="1">
          <p15:clr>
            <a:srgbClr val="F26B43"/>
          </p15:clr>
        </p15:guide>
        <p15:guide id="9" pos="393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Placeholder 1">
            <a:extLst>
              <a:ext uri="{FF2B5EF4-FFF2-40B4-BE49-F238E27FC236}">
                <a16:creationId xmlns:a16="http://schemas.microsoft.com/office/drawing/2014/main" id="{366C6B93-5A4F-43B7-84C4-C42EC870AB53}"/>
              </a:ext>
            </a:extLst>
          </p:cNvPr>
          <p:cNvSpPr>
            <a:spLocks noGrp="1"/>
          </p:cNvSpPr>
          <p:nvPr>
            <p:ph type="title"/>
          </p:nvPr>
        </p:nvSpPr>
        <p:spPr>
          <a:xfrm>
            <a:off x="413068" y="418452"/>
            <a:ext cx="11083532" cy="859536"/>
          </a:xfrm>
          <a:prstGeom prst="rect">
            <a:avLst/>
          </a:prstGeom>
        </p:spPr>
        <p:txBody>
          <a:bodyPr vert="horz" lIns="0" tIns="0" rIns="0" bIns="0" rtlCol="0" anchor="t">
            <a:normAutofit/>
          </a:bodyPr>
          <a:lstStyle/>
          <a:p>
            <a:pPr lvl="0">
              <a:lnSpc>
                <a:spcPts val="3000"/>
              </a:lnSpc>
            </a:pPr>
            <a:r>
              <a:rPr lang="en-US" dirty="0"/>
              <a:t>Click to edit Master title style</a:t>
            </a:r>
            <a:endParaRPr lang="pt-PT" dirty="0"/>
          </a:p>
        </p:txBody>
      </p:sp>
      <p:sp>
        <p:nvSpPr>
          <p:cNvPr id="9" name="Text Placeholder 2">
            <a:extLst>
              <a:ext uri="{FF2B5EF4-FFF2-40B4-BE49-F238E27FC236}">
                <a16:creationId xmlns:a16="http://schemas.microsoft.com/office/drawing/2014/main" id="{AF310831-D03E-404B-934F-73B268225B7E}"/>
              </a:ext>
            </a:extLst>
          </p:cNvPr>
          <p:cNvSpPr>
            <a:spLocks noGrp="1"/>
          </p:cNvSpPr>
          <p:nvPr>
            <p:ph type="body" idx="1"/>
          </p:nvPr>
        </p:nvSpPr>
        <p:spPr>
          <a:xfrm>
            <a:off x="413067" y="1412875"/>
            <a:ext cx="11370945" cy="4351337"/>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p:txBody>
      </p:sp>
      <p:pic>
        <p:nvPicPr>
          <p:cNvPr id="5"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3731682138"/>
      </p:ext>
    </p:extLst>
  </p:cSld>
  <p:clrMap bg1="lt1" tx1="dk1" bg2="lt2" tx2="dk2" accent1="accent1" accent2="accent2" accent3="accent3" accent4="accent4" accent5="accent5" accent6="accent6" hlink="hlink" folHlink="folHlink"/>
  <p:sldLayoutIdLst>
    <p:sldLayoutId id="2147483791" r:id="rId1"/>
    <p:sldLayoutId id="2147483731" r:id="rId2"/>
    <p:sldLayoutId id="2147483795" r:id="rId3"/>
    <p:sldLayoutId id="2147483732" r:id="rId4"/>
  </p:sldLayoutIdLst>
  <p:txStyles>
    <p:titleStyle>
      <a:lvl1pPr algn="l" defTabSz="914400" rtl="0" eaLnBrk="1" latinLnBrk="0" hangingPunct="1">
        <a:lnSpc>
          <a:spcPct val="90000"/>
        </a:lnSpc>
        <a:spcBef>
          <a:spcPct val="0"/>
        </a:spcBef>
        <a:buNone/>
        <a:defRPr lang="pt-PT" sz="26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400" rtl="0" eaLnBrk="1" latinLnBrk="0" hangingPunct="1">
        <a:lnSpc>
          <a:spcPts val="22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233363" indent="-228600" algn="l" defTabSz="914400" rtl="0" eaLnBrk="1" latinLnBrk="0" hangingPunct="1">
        <a:lnSpc>
          <a:spcPts val="1800"/>
        </a:lnSpc>
        <a:spcBef>
          <a:spcPts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57200" indent="-228600" algn="l" defTabSz="914400" rtl="0" eaLnBrk="1" latinLnBrk="0" hangingPunct="1">
        <a:lnSpc>
          <a:spcPts val="16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90563" indent="-233363" algn="l" defTabSz="914400" rtl="0" eaLnBrk="1" latinLnBrk="0" hangingPunct="1">
        <a:lnSpc>
          <a:spcPts val="1400"/>
        </a:lnSpc>
        <a:spcBef>
          <a:spcPts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userDrawn="1">
          <p15:clr>
            <a:srgbClr val="F26B43"/>
          </p15:clr>
        </p15:guide>
        <p15:guide id="3" pos="7423" userDrawn="1">
          <p15:clr>
            <a:srgbClr val="F26B43"/>
          </p15:clr>
        </p15:guide>
        <p15:guide id="4" pos="257" userDrawn="1">
          <p15:clr>
            <a:srgbClr val="F26B43"/>
          </p15:clr>
        </p15:guide>
        <p15:guide id="5" orient="horz" pos="4065" userDrawn="1">
          <p15:clr>
            <a:srgbClr val="F26B43"/>
          </p15:clr>
        </p15:guide>
        <p15:guide id="6" orient="horz" pos="799" userDrawn="1">
          <p15:clr>
            <a:srgbClr val="F26B43"/>
          </p15:clr>
        </p15:guide>
        <p15:guide id="7" orient="horz" pos="89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EB016D-CF9A-4584-982E-40465F70132F}"/>
              </a:ext>
            </a:extLst>
          </p:cNvPr>
          <p:cNvSpPr>
            <a:spLocks noGrp="1"/>
          </p:cNvSpPr>
          <p:nvPr>
            <p:ph type="title"/>
          </p:nvPr>
        </p:nvSpPr>
        <p:spPr>
          <a:xfrm>
            <a:off x="407988" y="404813"/>
            <a:ext cx="11016604" cy="863601"/>
          </a:xfrm>
          <a:prstGeom prst="rect">
            <a:avLst/>
          </a:prstGeom>
        </p:spPr>
        <p:txBody>
          <a:bodyPr vert="horz" lIns="0" tIns="0" rIns="0" bIns="0" rtlCol="0" anchor="t">
            <a:normAutofit/>
          </a:bodyPr>
          <a:lstStyle/>
          <a:p>
            <a:pPr lvl="0">
              <a:lnSpc>
                <a:spcPts val="3000"/>
              </a:lnSpc>
            </a:pPr>
            <a:r>
              <a:rPr lang="en-US" dirty="0"/>
              <a:t>Click to edit Master title style</a:t>
            </a:r>
            <a:endParaRPr lang="pt-PT" dirty="0"/>
          </a:p>
        </p:txBody>
      </p:sp>
      <p:pic>
        <p:nvPicPr>
          <p:cNvPr id="9"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5">
            <a:extLst>
              <a:ext uri="{96DAC541-7B7A-43D3-8B79-37D633B846F1}">
                <asvg:svgBlip xmlns:asvg="http://schemas.microsoft.com/office/drawing/2016/SVG/main" r:embed="rId26"/>
              </a:ext>
            </a:extLst>
          </a:blip>
          <a:srcRect l="81836" t="-4713" b="16530"/>
          <a:stretch/>
        </p:blipFill>
        <p:spPr>
          <a:xfrm>
            <a:off x="11547793" y="188640"/>
            <a:ext cx="424356" cy="459624"/>
          </a:xfrm>
          <a:prstGeom prst="rect">
            <a:avLst/>
          </a:prstGeom>
        </p:spPr>
      </p:pic>
      <p:sp>
        <p:nvSpPr>
          <p:cNvPr id="13" name="Text Placeholder 2">
            <a:extLst>
              <a:ext uri="{FF2B5EF4-FFF2-40B4-BE49-F238E27FC236}">
                <a16:creationId xmlns:a16="http://schemas.microsoft.com/office/drawing/2014/main" id="{AF310831-D03E-404B-934F-73B268225B7E}"/>
              </a:ext>
            </a:extLst>
          </p:cNvPr>
          <p:cNvSpPr>
            <a:spLocks noGrp="1"/>
          </p:cNvSpPr>
          <p:nvPr>
            <p:ph type="body" idx="1"/>
          </p:nvPr>
        </p:nvSpPr>
        <p:spPr>
          <a:xfrm>
            <a:off x="413067" y="1412875"/>
            <a:ext cx="11370945" cy="5040313"/>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5" name="Rectangle 4"/>
          <p:cNvSpPr/>
          <p:nvPr userDrawn="1"/>
        </p:nvSpPr>
        <p:spPr>
          <a:xfrm>
            <a:off x="12496801" y="1590548"/>
            <a:ext cx="595070" cy="6213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Capgemini Blue</a:t>
            </a:r>
          </a:p>
          <a:p>
            <a:pPr marL="171450"/>
            <a:r>
              <a:rPr lang="en-US" sz="600" dirty="0"/>
              <a:t>R 0</a:t>
            </a:r>
          </a:p>
          <a:p>
            <a:pPr marL="171450"/>
            <a:r>
              <a:rPr lang="en-US" sz="600" dirty="0"/>
              <a:t>G 112</a:t>
            </a:r>
          </a:p>
          <a:p>
            <a:pPr marL="171450"/>
            <a:r>
              <a:rPr lang="en-US" sz="600" dirty="0"/>
              <a:t>B 173</a:t>
            </a:r>
          </a:p>
        </p:txBody>
      </p:sp>
      <p:sp>
        <p:nvSpPr>
          <p:cNvPr id="6" name="Rectangle 5"/>
          <p:cNvSpPr/>
          <p:nvPr userDrawn="1"/>
        </p:nvSpPr>
        <p:spPr>
          <a:xfrm>
            <a:off x="13091871" y="1590548"/>
            <a:ext cx="595070" cy="62132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Vibrant</a:t>
            </a:r>
            <a:br>
              <a:rPr lang="en-US" sz="600" b="1" dirty="0"/>
            </a:br>
            <a:r>
              <a:rPr lang="en-US" sz="600" b="1" dirty="0"/>
              <a:t>Blue</a:t>
            </a:r>
          </a:p>
          <a:p>
            <a:pPr marL="171450"/>
            <a:r>
              <a:rPr lang="en-US" sz="600" dirty="0"/>
              <a:t>R 18</a:t>
            </a:r>
          </a:p>
          <a:p>
            <a:pPr marL="171450"/>
            <a:r>
              <a:rPr lang="en-US" sz="600" dirty="0"/>
              <a:t>G 171</a:t>
            </a:r>
          </a:p>
          <a:p>
            <a:pPr marL="171450"/>
            <a:r>
              <a:rPr lang="en-US" sz="600" dirty="0"/>
              <a:t>B 219</a:t>
            </a:r>
          </a:p>
        </p:txBody>
      </p:sp>
      <p:sp>
        <p:nvSpPr>
          <p:cNvPr id="7" name="Rectangle 6"/>
          <p:cNvSpPr/>
          <p:nvPr userDrawn="1"/>
        </p:nvSpPr>
        <p:spPr>
          <a:xfrm>
            <a:off x="13686941" y="1590548"/>
            <a:ext cx="595070" cy="62132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Deep</a:t>
            </a:r>
            <a:br>
              <a:rPr lang="en-US" sz="600" b="1" dirty="0"/>
            </a:br>
            <a:r>
              <a:rPr lang="en-US" sz="600" b="1" dirty="0"/>
              <a:t>Purple</a:t>
            </a:r>
          </a:p>
          <a:p>
            <a:pPr marL="171450"/>
            <a:r>
              <a:rPr lang="en-US" sz="600" dirty="0"/>
              <a:t>R 43</a:t>
            </a:r>
          </a:p>
          <a:p>
            <a:pPr marL="171450"/>
            <a:r>
              <a:rPr lang="en-US" sz="600" dirty="0"/>
              <a:t>G 10</a:t>
            </a:r>
          </a:p>
          <a:p>
            <a:pPr marL="171450"/>
            <a:r>
              <a:rPr lang="en-US" sz="600" dirty="0"/>
              <a:t>B 61</a:t>
            </a:r>
          </a:p>
        </p:txBody>
      </p:sp>
      <p:sp>
        <p:nvSpPr>
          <p:cNvPr id="8" name="Rectangle 7"/>
          <p:cNvSpPr/>
          <p:nvPr userDrawn="1"/>
        </p:nvSpPr>
        <p:spPr>
          <a:xfrm>
            <a:off x="14282011" y="1590548"/>
            <a:ext cx="595070" cy="62132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Tech</a:t>
            </a:r>
            <a:br>
              <a:rPr lang="en-US" sz="600" b="1" dirty="0"/>
            </a:br>
            <a:r>
              <a:rPr lang="en-US" sz="600" b="1" dirty="0"/>
              <a:t>Red</a:t>
            </a:r>
          </a:p>
          <a:p>
            <a:pPr marL="171450"/>
            <a:r>
              <a:rPr lang="en-US" sz="600" dirty="0"/>
              <a:t>R 255</a:t>
            </a:r>
          </a:p>
          <a:p>
            <a:pPr marL="171450"/>
            <a:r>
              <a:rPr lang="en-US" sz="600" dirty="0"/>
              <a:t>G 48</a:t>
            </a:r>
          </a:p>
          <a:p>
            <a:pPr marL="171450"/>
            <a:r>
              <a:rPr lang="en-US" sz="600" dirty="0"/>
              <a:t>B 76</a:t>
            </a:r>
          </a:p>
        </p:txBody>
      </p:sp>
      <p:sp>
        <p:nvSpPr>
          <p:cNvPr id="10" name="Rectangle 9"/>
          <p:cNvSpPr/>
          <p:nvPr userDrawn="1"/>
        </p:nvSpPr>
        <p:spPr>
          <a:xfrm>
            <a:off x="14877081" y="1590548"/>
            <a:ext cx="595070" cy="6213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Zest</a:t>
            </a:r>
            <a:br>
              <a:rPr lang="en-US" sz="600" b="1" dirty="0"/>
            </a:br>
            <a:r>
              <a:rPr lang="en-US" sz="600" b="1" dirty="0"/>
              <a:t>Green</a:t>
            </a:r>
          </a:p>
          <a:p>
            <a:pPr marL="171450"/>
            <a:r>
              <a:rPr lang="en-US" sz="600" dirty="0"/>
              <a:t>R 149</a:t>
            </a:r>
          </a:p>
          <a:p>
            <a:pPr marL="171450"/>
            <a:r>
              <a:rPr lang="en-US" sz="600" dirty="0"/>
              <a:t>G 230</a:t>
            </a:r>
          </a:p>
          <a:p>
            <a:pPr marL="171450"/>
            <a:r>
              <a:rPr lang="en-US" sz="600" dirty="0"/>
              <a:t>B 22</a:t>
            </a:r>
          </a:p>
        </p:txBody>
      </p:sp>
      <p:sp>
        <p:nvSpPr>
          <p:cNvPr id="11" name="Rectangle 10"/>
          <p:cNvSpPr/>
          <p:nvPr userDrawn="1"/>
        </p:nvSpPr>
        <p:spPr>
          <a:xfrm>
            <a:off x="12496801" y="2468607"/>
            <a:ext cx="595070" cy="621323"/>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spcAft>
                <a:spcPts val="400"/>
              </a:spcAft>
            </a:pPr>
            <a:r>
              <a:rPr lang="en-US" sz="600" b="1" dirty="0"/>
              <a:t>Capgemini Blue</a:t>
            </a:r>
            <a:r>
              <a:rPr lang="en-US" sz="600" dirty="0"/>
              <a:t> (-50%)</a:t>
            </a:r>
          </a:p>
          <a:p>
            <a:pPr marL="171450"/>
            <a:r>
              <a:rPr lang="en-US" sz="600" dirty="0"/>
              <a:t>R 128</a:t>
            </a:r>
          </a:p>
          <a:p>
            <a:pPr marL="171450"/>
            <a:r>
              <a:rPr lang="en-US" sz="600" dirty="0"/>
              <a:t>G 184</a:t>
            </a:r>
          </a:p>
          <a:p>
            <a:pPr marL="171450"/>
            <a:r>
              <a:rPr lang="en-US" sz="600" dirty="0"/>
              <a:t>B 214</a:t>
            </a:r>
          </a:p>
        </p:txBody>
      </p:sp>
      <p:sp>
        <p:nvSpPr>
          <p:cNvPr id="12" name="Rectangle 11"/>
          <p:cNvSpPr/>
          <p:nvPr userDrawn="1"/>
        </p:nvSpPr>
        <p:spPr>
          <a:xfrm>
            <a:off x="13091871" y="2468607"/>
            <a:ext cx="595070" cy="621323"/>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spcAft>
                <a:spcPts val="400"/>
              </a:spcAft>
            </a:pPr>
            <a:r>
              <a:rPr lang="en-US" sz="600" b="1" dirty="0"/>
              <a:t>Vibrant</a:t>
            </a:r>
            <a:br>
              <a:rPr lang="en-US" sz="600" b="1" dirty="0"/>
            </a:br>
            <a:r>
              <a:rPr lang="en-US" sz="600" b="1" dirty="0"/>
              <a:t>Blue</a:t>
            </a:r>
            <a:r>
              <a:rPr lang="en-US" sz="600" dirty="0"/>
              <a:t> (-50%)</a:t>
            </a:r>
          </a:p>
          <a:p>
            <a:pPr marL="171450"/>
            <a:r>
              <a:rPr lang="en-US" sz="600" dirty="0"/>
              <a:t>R 136</a:t>
            </a:r>
          </a:p>
          <a:p>
            <a:pPr marL="171450"/>
            <a:r>
              <a:rPr lang="en-US" sz="600" dirty="0"/>
              <a:t>G 213</a:t>
            </a:r>
          </a:p>
          <a:p>
            <a:pPr marL="171450"/>
            <a:r>
              <a:rPr lang="en-US" sz="600" dirty="0"/>
              <a:t>B 237</a:t>
            </a:r>
          </a:p>
        </p:txBody>
      </p:sp>
      <p:sp>
        <p:nvSpPr>
          <p:cNvPr id="14" name="Rectangle 13"/>
          <p:cNvSpPr/>
          <p:nvPr userDrawn="1"/>
        </p:nvSpPr>
        <p:spPr>
          <a:xfrm>
            <a:off x="13686941" y="2468607"/>
            <a:ext cx="595070" cy="621323"/>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Bright</a:t>
            </a:r>
            <a:br>
              <a:rPr lang="en-US" sz="600" b="1" dirty="0"/>
            </a:br>
            <a:r>
              <a:rPr lang="en-US" sz="600" b="1" dirty="0"/>
              <a:t>Purple</a:t>
            </a:r>
          </a:p>
          <a:p>
            <a:pPr marL="171450"/>
            <a:r>
              <a:rPr lang="en-US" sz="600" dirty="0"/>
              <a:t>R 109</a:t>
            </a:r>
          </a:p>
          <a:p>
            <a:pPr marL="171450"/>
            <a:r>
              <a:rPr lang="en-US" sz="600" dirty="0"/>
              <a:t>G 100</a:t>
            </a:r>
          </a:p>
          <a:p>
            <a:pPr marL="171450"/>
            <a:r>
              <a:rPr lang="en-US" sz="600" dirty="0"/>
              <a:t>B 204</a:t>
            </a:r>
          </a:p>
        </p:txBody>
      </p:sp>
      <p:sp>
        <p:nvSpPr>
          <p:cNvPr id="15" name="Rectangle 14"/>
          <p:cNvSpPr/>
          <p:nvPr userDrawn="1"/>
        </p:nvSpPr>
        <p:spPr>
          <a:xfrm>
            <a:off x="14282011" y="2468607"/>
            <a:ext cx="595070" cy="621323"/>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Orange</a:t>
            </a:r>
          </a:p>
          <a:p>
            <a:pPr marL="171450"/>
            <a:r>
              <a:rPr lang="en-US" sz="600" dirty="0"/>
              <a:t>R 255</a:t>
            </a:r>
          </a:p>
          <a:p>
            <a:pPr marL="171450"/>
            <a:r>
              <a:rPr lang="en-US" sz="600" dirty="0"/>
              <a:t>G 99</a:t>
            </a:r>
          </a:p>
          <a:p>
            <a:pPr marL="171450"/>
            <a:r>
              <a:rPr lang="en-US" sz="600" dirty="0"/>
              <a:t>B 39</a:t>
            </a:r>
          </a:p>
        </p:txBody>
      </p:sp>
      <p:sp>
        <p:nvSpPr>
          <p:cNvPr id="16" name="Rectangle 15"/>
          <p:cNvSpPr/>
          <p:nvPr userDrawn="1"/>
        </p:nvSpPr>
        <p:spPr>
          <a:xfrm>
            <a:off x="14877081" y="2468607"/>
            <a:ext cx="595070" cy="621323"/>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Bright</a:t>
            </a:r>
            <a:br>
              <a:rPr lang="en-US" sz="600" b="1" dirty="0"/>
            </a:br>
            <a:r>
              <a:rPr lang="en-US" sz="600" b="1" dirty="0"/>
              <a:t>Green</a:t>
            </a:r>
          </a:p>
          <a:p>
            <a:pPr marL="171450"/>
            <a:r>
              <a:rPr lang="en-US" sz="600" dirty="0"/>
              <a:t>R 200</a:t>
            </a:r>
          </a:p>
          <a:p>
            <a:pPr marL="171450"/>
            <a:r>
              <a:rPr lang="en-US" sz="600" dirty="0"/>
              <a:t>G 255</a:t>
            </a:r>
          </a:p>
          <a:p>
            <a:pPr marL="171450"/>
            <a:r>
              <a:rPr lang="en-US" sz="600" dirty="0"/>
              <a:t>B 22</a:t>
            </a:r>
          </a:p>
        </p:txBody>
      </p:sp>
      <p:sp>
        <p:nvSpPr>
          <p:cNvPr id="17" name="Rectangle 16"/>
          <p:cNvSpPr/>
          <p:nvPr userDrawn="1"/>
        </p:nvSpPr>
        <p:spPr>
          <a:xfrm>
            <a:off x="13686941" y="3089930"/>
            <a:ext cx="595070" cy="621323"/>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Purple</a:t>
            </a:r>
          </a:p>
          <a:p>
            <a:pPr marL="171450"/>
            <a:r>
              <a:rPr lang="en-US" sz="600" dirty="0"/>
              <a:t>R 126</a:t>
            </a:r>
          </a:p>
          <a:p>
            <a:pPr marL="171450"/>
            <a:r>
              <a:rPr lang="en-US" sz="600" dirty="0"/>
              <a:t>G 57</a:t>
            </a:r>
          </a:p>
          <a:p>
            <a:pPr marL="171450"/>
            <a:r>
              <a:rPr lang="en-US" sz="600" dirty="0"/>
              <a:t>B 186</a:t>
            </a:r>
          </a:p>
        </p:txBody>
      </p:sp>
      <p:sp>
        <p:nvSpPr>
          <p:cNvPr id="18" name="Rectangle 17"/>
          <p:cNvSpPr/>
          <p:nvPr userDrawn="1"/>
        </p:nvSpPr>
        <p:spPr>
          <a:xfrm>
            <a:off x="14877081" y="3089930"/>
            <a:ext cx="595070" cy="621323"/>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Green</a:t>
            </a:r>
          </a:p>
          <a:p>
            <a:pPr marL="171450"/>
            <a:r>
              <a:rPr lang="en-US" sz="600" dirty="0"/>
              <a:t>R 0</a:t>
            </a:r>
          </a:p>
          <a:p>
            <a:pPr marL="171450"/>
            <a:r>
              <a:rPr lang="en-US" sz="600" dirty="0"/>
              <a:t>G 195</a:t>
            </a:r>
          </a:p>
          <a:p>
            <a:pPr marL="171450"/>
            <a:r>
              <a:rPr lang="en-US" sz="600" dirty="0"/>
              <a:t>B 123</a:t>
            </a:r>
          </a:p>
        </p:txBody>
      </p:sp>
      <p:sp>
        <p:nvSpPr>
          <p:cNvPr id="19" name="Rectangle 18"/>
          <p:cNvSpPr/>
          <p:nvPr userDrawn="1"/>
        </p:nvSpPr>
        <p:spPr>
          <a:xfrm>
            <a:off x="14877081" y="4948917"/>
            <a:ext cx="595070" cy="621323"/>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Dark</a:t>
            </a:r>
            <a:br>
              <a:rPr lang="en-US" sz="600" b="1" dirty="0"/>
            </a:br>
            <a:r>
              <a:rPr lang="en-US" sz="600" b="1" dirty="0"/>
              <a:t>Green</a:t>
            </a:r>
          </a:p>
          <a:p>
            <a:pPr marL="171450"/>
            <a:r>
              <a:rPr lang="en-US" sz="600" dirty="0"/>
              <a:t>R 21</a:t>
            </a:r>
          </a:p>
          <a:p>
            <a:pPr marL="171450"/>
            <a:r>
              <a:rPr lang="en-US" sz="600" dirty="0"/>
              <a:t>G 99</a:t>
            </a:r>
          </a:p>
          <a:p>
            <a:pPr marL="171450"/>
            <a:r>
              <a:rPr lang="en-US" sz="600" dirty="0"/>
              <a:t>B 107</a:t>
            </a:r>
          </a:p>
        </p:txBody>
      </p:sp>
      <p:sp>
        <p:nvSpPr>
          <p:cNvPr id="20" name="Rectangle 19"/>
          <p:cNvSpPr/>
          <p:nvPr userDrawn="1"/>
        </p:nvSpPr>
        <p:spPr>
          <a:xfrm>
            <a:off x="14877081" y="4330085"/>
            <a:ext cx="595070" cy="621323"/>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Aqua</a:t>
            </a:r>
          </a:p>
          <a:p>
            <a:pPr marL="171450"/>
            <a:r>
              <a:rPr lang="en-US" sz="600" dirty="0"/>
              <a:t>R 15</a:t>
            </a:r>
          </a:p>
          <a:p>
            <a:pPr marL="171450"/>
            <a:r>
              <a:rPr lang="en-US" sz="600" dirty="0"/>
              <a:t>G 153</a:t>
            </a:r>
          </a:p>
          <a:p>
            <a:pPr marL="171450"/>
            <a:r>
              <a:rPr lang="en-US" sz="600" dirty="0"/>
              <a:t>B 156</a:t>
            </a:r>
          </a:p>
        </p:txBody>
      </p:sp>
      <p:sp>
        <p:nvSpPr>
          <p:cNvPr id="21" name="Rectangle 20"/>
          <p:cNvSpPr/>
          <p:nvPr userDrawn="1"/>
        </p:nvSpPr>
        <p:spPr>
          <a:xfrm>
            <a:off x="14877081" y="3711253"/>
            <a:ext cx="595070" cy="621323"/>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Bright</a:t>
            </a:r>
            <a:br>
              <a:rPr lang="en-US" sz="600" b="1" dirty="0"/>
            </a:br>
            <a:r>
              <a:rPr lang="en-US" sz="600" b="1" dirty="0"/>
              <a:t>Aqua</a:t>
            </a:r>
          </a:p>
          <a:p>
            <a:pPr marL="171450"/>
            <a:r>
              <a:rPr lang="en-US" sz="600" dirty="0"/>
              <a:t>R 1</a:t>
            </a:r>
          </a:p>
          <a:p>
            <a:pPr marL="171450"/>
            <a:r>
              <a:rPr lang="en-US" sz="600" dirty="0"/>
              <a:t>G 209</a:t>
            </a:r>
          </a:p>
          <a:p>
            <a:pPr marL="171450"/>
            <a:r>
              <a:rPr lang="en-US" sz="600" dirty="0"/>
              <a:t>B 208</a:t>
            </a:r>
          </a:p>
        </p:txBody>
      </p:sp>
      <p:sp>
        <p:nvSpPr>
          <p:cNvPr id="22" name="Rectangle 21"/>
          <p:cNvSpPr/>
          <p:nvPr userDrawn="1"/>
        </p:nvSpPr>
        <p:spPr>
          <a:xfrm>
            <a:off x="14282011" y="3089930"/>
            <a:ext cx="595070" cy="621323"/>
          </a:xfrm>
          <a:prstGeom prst="rect">
            <a:avLst/>
          </a:prstGeom>
          <a:solidFill>
            <a:srgbClr val="FF0C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Peach</a:t>
            </a:r>
          </a:p>
          <a:p>
            <a:pPr marL="171450"/>
            <a:r>
              <a:rPr lang="en-US" sz="600" dirty="0"/>
              <a:t>R 255</a:t>
            </a:r>
          </a:p>
          <a:p>
            <a:pPr marL="171450"/>
            <a:r>
              <a:rPr lang="en-US" sz="600" dirty="0"/>
              <a:t>G 126</a:t>
            </a:r>
          </a:p>
          <a:p>
            <a:pPr marL="171450"/>
            <a:r>
              <a:rPr lang="en-US" sz="600" dirty="0"/>
              <a:t>B 131</a:t>
            </a:r>
          </a:p>
        </p:txBody>
      </p:sp>
      <p:sp>
        <p:nvSpPr>
          <p:cNvPr id="23" name="Rectangle 22"/>
          <p:cNvSpPr/>
          <p:nvPr userDrawn="1"/>
        </p:nvSpPr>
        <p:spPr>
          <a:xfrm>
            <a:off x="14282011" y="3711253"/>
            <a:ext cx="595070" cy="621323"/>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Light</a:t>
            </a:r>
            <a:br>
              <a:rPr lang="en-US" sz="600" b="1" dirty="0"/>
            </a:br>
            <a:r>
              <a:rPr lang="en-US" sz="600" b="1" dirty="0"/>
              <a:t>Claret</a:t>
            </a:r>
          </a:p>
          <a:p>
            <a:pPr marL="171450"/>
            <a:r>
              <a:rPr lang="en-US" sz="600" dirty="0"/>
              <a:t>R 203</a:t>
            </a:r>
          </a:p>
          <a:p>
            <a:pPr marL="171450"/>
            <a:r>
              <a:rPr lang="en-US" sz="600" dirty="0"/>
              <a:t>G 41</a:t>
            </a:r>
          </a:p>
          <a:p>
            <a:pPr marL="171450"/>
            <a:r>
              <a:rPr lang="en-US" sz="600" dirty="0"/>
              <a:t>B 128</a:t>
            </a:r>
          </a:p>
        </p:txBody>
      </p:sp>
      <p:sp>
        <p:nvSpPr>
          <p:cNvPr id="24" name="Rectangle 23"/>
          <p:cNvSpPr/>
          <p:nvPr userDrawn="1"/>
        </p:nvSpPr>
        <p:spPr>
          <a:xfrm>
            <a:off x="14282011" y="4330085"/>
            <a:ext cx="595070" cy="621323"/>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Claret</a:t>
            </a:r>
          </a:p>
          <a:p>
            <a:pPr marL="171450"/>
            <a:r>
              <a:rPr lang="en-US" sz="600" dirty="0"/>
              <a:t>R 134</a:t>
            </a:r>
          </a:p>
          <a:p>
            <a:pPr marL="171450"/>
            <a:r>
              <a:rPr lang="en-US" sz="600" dirty="0"/>
              <a:t>G 8</a:t>
            </a:r>
          </a:p>
          <a:p>
            <a:pPr marL="171450"/>
            <a:r>
              <a:rPr lang="en-US" sz="600" dirty="0"/>
              <a:t>B 100</a:t>
            </a:r>
          </a:p>
        </p:txBody>
      </p:sp>
      <p:sp>
        <p:nvSpPr>
          <p:cNvPr id="25" name="Rectangle 24"/>
          <p:cNvSpPr/>
          <p:nvPr userDrawn="1"/>
        </p:nvSpPr>
        <p:spPr>
          <a:xfrm>
            <a:off x="12496801" y="1405970"/>
            <a:ext cx="5706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en-US" sz="1000" b="1" dirty="0">
                <a:solidFill>
                  <a:schemeClr val="tx2"/>
                </a:solidFill>
              </a:rPr>
              <a:t>Primary</a:t>
            </a:r>
          </a:p>
        </p:txBody>
      </p:sp>
      <p:sp>
        <p:nvSpPr>
          <p:cNvPr id="26" name="Rectangle 25"/>
          <p:cNvSpPr/>
          <p:nvPr userDrawn="1"/>
        </p:nvSpPr>
        <p:spPr>
          <a:xfrm>
            <a:off x="12496801" y="2285400"/>
            <a:ext cx="843180"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en-US" sz="1000" b="1" dirty="0">
                <a:solidFill>
                  <a:schemeClr val="tx2"/>
                </a:solidFill>
              </a:rPr>
              <a:t>Infographic</a:t>
            </a:r>
          </a:p>
        </p:txBody>
      </p:sp>
      <p:sp>
        <p:nvSpPr>
          <p:cNvPr id="27" name="Rectangle 26"/>
          <p:cNvSpPr/>
          <p:nvPr userDrawn="1"/>
        </p:nvSpPr>
        <p:spPr>
          <a:xfrm>
            <a:off x="13686941" y="1405970"/>
            <a:ext cx="753411"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en-US" sz="1000" b="1" dirty="0">
                <a:solidFill>
                  <a:schemeClr val="tx2"/>
                </a:solidFill>
              </a:rPr>
              <a:t>Secondary</a:t>
            </a:r>
          </a:p>
        </p:txBody>
      </p:sp>
      <p:sp>
        <p:nvSpPr>
          <p:cNvPr id="28" name="Rectangle 27"/>
          <p:cNvSpPr/>
          <p:nvPr userDrawn="1"/>
        </p:nvSpPr>
        <p:spPr>
          <a:xfrm>
            <a:off x="13686941" y="3711253"/>
            <a:ext cx="595070" cy="621323"/>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Dark</a:t>
            </a:r>
            <a:br>
              <a:rPr lang="en-US" sz="600" b="1" dirty="0"/>
            </a:br>
            <a:r>
              <a:rPr lang="en-US" sz="600" b="1" dirty="0"/>
              <a:t>Purple</a:t>
            </a:r>
          </a:p>
          <a:p>
            <a:pPr marL="171450"/>
            <a:r>
              <a:rPr lang="en-US" sz="600" dirty="0"/>
              <a:t>R 71</a:t>
            </a:r>
          </a:p>
          <a:p>
            <a:pPr marL="171450"/>
            <a:r>
              <a:rPr lang="en-US" sz="600" dirty="0"/>
              <a:t>G 1</a:t>
            </a:r>
          </a:p>
          <a:p>
            <a:pPr marL="171450"/>
            <a:r>
              <a:rPr lang="en-US" sz="600" dirty="0"/>
              <a:t>B 167</a:t>
            </a:r>
          </a:p>
        </p:txBody>
      </p:sp>
    </p:spTree>
    <p:extLst>
      <p:ext uri="{BB962C8B-B14F-4D97-AF65-F5344CB8AC3E}">
        <p14:creationId xmlns:p14="http://schemas.microsoft.com/office/powerpoint/2010/main" val="1762778664"/>
      </p:ext>
    </p:extLst>
  </p:cSld>
  <p:clrMap bg1="lt1" tx1="dk1" bg2="lt2" tx2="dk2" accent1="accent1" accent2="accent2" accent3="accent3" accent4="accent4" accent5="accent5" accent6="accent6" hlink="hlink" folHlink="folHlink"/>
  <p:sldLayoutIdLst>
    <p:sldLayoutId id="2147483786" r:id="rId1"/>
    <p:sldLayoutId id="2147483722" r:id="rId2"/>
    <p:sldLayoutId id="2147483672" r:id="rId3"/>
    <p:sldLayoutId id="2147483811" r:id="rId4"/>
    <p:sldLayoutId id="2147483781" r:id="rId5"/>
    <p:sldLayoutId id="2147483780" r:id="rId6"/>
    <p:sldLayoutId id="2147483779" r:id="rId7"/>
    <p:sldLayoutId id="2147483778" r:id="rId8"/>
    <p:sldLayoutId id="2147483733" r:id="rId9"/>
    <p:sldLayoutId id="2147483734" r:id="rId10"/>
    <p:sldLayoutId id="2147483735" r:id="rId11"/>
    <p:sldLayoutId id="2147483736" r:id="rId12"/>
    <p:sldLayoutId id="2147483785" r:id="rId13"/>
    <p:sldLayoutId id="2147483737" r:id="rId14"/>
    <p:sldLayoutId id="2147483738" r:id="rId15"/>
    <p:sldLayoutId id="2147483739" r:id="rId16"/>
    <p:sldLayoutId id="2147483740" r:id="rId17"/>
    <p:sldLayoutId id="2147483794" r:id="rId18"/>
    <p:sldLayoutId id="2147483793" r:id="rId19"/>
    <p:sldLayoutId id="2147483792" r:id="rId20"/>
    <p:sldLayoutId id="2147483787" r:id="rId21"/>
    <p:sldLayoutId id="2147483817" r:id="rId22"/>
    <p:sldLayoutId id="2147483818" r:id="rId23"/>
  </p:sldLayoutIdLst>
  <p:txStyles>
    <p:titleStyle>
      <a:lvl1pPr algn="l" defTabSz="914400" rtl="0" eaLnBrk="1" latinLnBrk="0" hangingPunct="1">
        <a:lnSpc>
          <a:spcPct val="90000"/>
        </a:lnSpc>
        <a:spcBef>
          <a:spcPct val="0"/>
        </a:spcBef>
        <a:buNone/>
        <a:defRPr lang="pt-PT" sz="26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400" rtl="0" eaLnBrk="1" latinLnBrk="0" hangingPunct="1">
        <a:lnSpc>
          <a:spcPts val="22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233363" indent="-228600" algn="l" defTabSz="914400" rtl="0" eaLnBrk="1" latinLnBrk="0" hangingPunct="1">
        <a:lnSpc>
          <a:spcPts val="2000"/>
        </a:lnSpc>
        <a:spcBef>
          <a:spcPts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57200" indent="-223838" algn="l" defTabSz="914400" rtl="0" eaLnBrk="1" latinLnBrk="0" hangingPunct="1">
        <a:lnSpc>
          <a:spcPts val="16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90563" indent="-233363"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userDrawn="1">
          <p15:clr>
            <a:srgbClr val="F26B43"/>
          </p15:clr>
        </p15:guide>
        <p15:guide id="2" pos="7423" userDrawn="1">
          <p15:clr>
            <a:srgbClr val="F26B43"/>
          </p15:clr>
        </p15:guide>
        <p15:guide id="3" pos="257" userDrawn="1">
          <p15:clr>
            <a:srgbClr val="F26B43"/>
          </p15:clr>
        </p15:guide>
        <p15:guide id="4" orient="horz" pos="4065" userDrawn="1">
          <p15:clr>
            <a:srgbClr val="F26B43"/>
          </p15:clr>
        </p15:guide>
        <p15:guide id="5" orient="horz" pos="799" userDrawn="1">
          <p15:clr>
            <a:srgbClr val="F26B43"/>
          </p15:clr>
        </p15:guide>
        <p15:guide id="6" orient="horz" pos="890" userDrawn="1">
          <p15:clr>
            <a:srgbClr val="F26B43"/>
          </p15:clr>
        </p15:guide>
        <p15:guide id="7" pos="3840" userDrawn="1">
          <p15:clr>
            <a:srgbClr val="F26B43"/>
          </p15:clr>
        </p15:guide>
        <p15:guide id="8" pos="3749" userDrawn="1">
          <p15:clr>
            <a:srgbClr val="F26B43"/>
          </p15:clr>
        </p15:guide>
        <p15:guide id="9" pos="3931"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6" name="Rectangle 15"/>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10">
            <a:extLst>
              <a:ext uri="{96DAC541-7B7A-43D3-8B79-37D633B846F1}">
                <asvg:svgBlip xmlns:asvg="http://schemas.microsoft.com/office/drawing/2016/SVG/main" r:embed="rId11"/>
              </a:ext>
            </a:extLst>
          </a:blip>
          <a:srcRect l="81836" t="-4713" b="16530"/>
          <a:stretch/>
        </p:blipFill>
        <p:spPr>
          <a:xfrm>
            <a:off x="11547793" y="188640"/>
            <a:ext cx="424356" cy="459624"/>
          </a:xfrm>
          <a:prstGeom prst="rect">
            <a:avLst/>
          </a:prstGeom>
        </p:spPr>
      </p:pic>
      <p:sp>
        <p:nvSpPr>
          <p:cNvPr id="14" name="Title Placeholder 1">
            <a:extLst>
              <a:ext uri="{FF2B5EF4-FFF2-40B4-BE49-F238E27FC236}">
                <a16:creationId xmlns:a16="http://schemas.microsoft.com/office/drawing/2014/main" id="{F2EB016D-CF9A-4584-982E-40465F70132F}"/>
              </a:ext>
            </a:extLst>
          </p:cNvPr>
          <p:cNvSpPr>
            <a:spLocks noGrp="1"/>
          </p:cNvSpPr>
          <p:nvPr>
            <p:ph type="title"/>
          </p:nvPr>
        </p:nvSpPr>
        <p:spPr>
          <a:xfrm>
            <a:off x="407988" y="404813"/>
            <a:ext cx="11016604" cy="863601"/>
          </a:xfrm>
          <a:prstGeom prst="rect">
            <a:avLst/>
          </a:prstGeom>
        </p:spPr>
        <p:txBody>
          <a:bodyPr vert="horz" lIns="0" tIns="0" rIns="0" bIns="0" rtlCol="0" anchor="t">
            <a:normAutofit/>
          </a:bodyPr>
          <a:lstStyle/>
          <a:p>
            <a:pPr lvl="0">
              <a:lnSpc>
                <a:spcPts val="3000"/>
              </a:lnSpc>
            </a:pPr>
            <a:r>
              <a:rPr lang="en-US" dirty="0"/>
              <a:t>Click to edit Master title style</a:t>
            </a:r>
            <a:endParaRPr lang="pt-PT" dirty="0"/>
          </a:p>
        </p:txBody>
      </p:sp>
      <p:sp>
        <p:nvSpPr>
          <p:cNvPr id="15" name="Text Placeholder 2">
            <a:extLst>
              <a:ext uri="{FF2B5EF4-FFF2-40B4-BE49-F238E27FC236}">
                <a16:creationId xmlns:a16="http://schemas.microsoft.com/office/drawing/2014/main" id="{AF310831-D03E-404B-934F-73B268225B7E}"/>
              </a:ext>
            </a:extLst>
          </p:cNvPr>
          <p:cNvSpPr>
            <a:spLocks noGrp="1"/>
          </p:cNvSpPr>
          <p:nvPr>
            <p:ph type="body" idx="1"/>
          </p:nvPr>
        </p:nvSpPr>
        <p:spPr>
          <a:xfrm>
            <a:off x="413067" y="1412875"/>
            <a:ext cx="11370945" cy="5040313"/>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6" name="Rectangle 5"/>
          <p:cNvSpPr/>
          <p:nvPr userDrawn="1"/>
        </p:nvSpPr>
        <p:spPr>
          <a:xfrm>
            <a:off x="12496801" y="1590548"/>
            <a:ext cx="595070" cy="6213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Capgemini Blue</a:t>
            </a:r>
          </a:p>
          <a:p>
            <a:pPr marL="171450"/>
            <a:r>
              <a:rPr lang="en-US" sz="600" dirty="0"/>
              <a:t>R 0</a:t>
            </a:r>
          </a:p>
          <a:p>
            <a:pPr marL="171450"/>
            <a:r>
              <a:rPr lang="en-US" sz="600" dirty="0"/>
              <a:t>G 112</a:t>
            </a:r>
          </a:p>
          <a:p>
            <a:pPr marL="171450"/>
            <a:r>
              <a:rPr lang="en-US" sz="600" dirty="0"/>
              <a:t>B 173</a:t>
            </a:r>
          </a:p>
        </p:txBody>
      </p:sp>
      <p:sp>
        <p:nvSpPr>
          <p:cNvPr id="7" name="Rectangle 6"/>
          <p:cNvSpPr/>
          <p:nvPr userDrawn="1"/>
        </p:nvSpPr>
        <p:spPr>
          <a:xfrm>
            <a:off x="13091871" y="1590548"/>
            <a:ext cx="595070" cy="62132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Vibrant</a:t>
            </a:r>
            <a:br>
              <a:rPr lang="en-US" sz="600" b="1" dirty="0"/>
            </a:br>
            <a:r>
              <a:rPr lang="en-US" sz="600" b="1" dirty="0"/>
              <a:t>Blue</a:t>
            </a:r>
          </a:p>
          <a:p>
            <a:pPr marL="171450"/>
            <a:r>
              <a:rPr lang="en-US" sz="600" dirty="0"/>
              <a:t>R 18</a:t>
            </a:r>
          </a:p>
          <a:p>
            <a:pPr marL="171450"/>
            <a:r>
              <a:rPr lang="en-US" sz="600" dirty="0"/>
              <a:t>G 171</a:t>
            </a:r>
          </a:p>
          <a:p>
            <a:pPr marL="171450"/>
            <a:r>
              <a:rPr lang="en-US" sz="600" dirty="0"/>
              <a:t>B 219</a:t>
            </a:r>
          </a:p>
        </p:txBody>
      </p:sp>
      <p:sp>
        <p:nvSpPr>
          <p:cNvPr id="8" name="Rectangle 7"/>
          <p:cNvSpPr/>
          <p:nvPr userDrawn="1"/>
        </p:nvSpPr>
        <p:spPr>
          <a:xfrm>
            <a:off x="13686941" y="1590548"/>
            <a:ext cx="595070" cy="62132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Deep</a:t>
            </a:r>
            <a:br>
              <a:rPr lang="en-US" sz="600" b="1" dirty="0"/>
            </a:br>
            <a:r>
              <a:rPr lang="en-US" sz="600" b="1" dirty="0"/>
              <a:t>Purple</a:t>
            </a:r>
          </a:p>
          <a:p>
            <a:pPr marL="171450"/>
            <a:r>
              <a:rPr lang="en-US" sz="600" dirty="0"/>
              <a:t>R 43</a:t>
            </a:r>
          </a:p>
          <a:p>
            <a:pPr marL="171450"/>
            <a:r>
              <a:rPr lang="en-US" sz="600" dirty="0"/>
              <a:t>G 10</a:t>
            </a:r>
          </a:p>
          <a:p>
            <a:pPr marL="171450"/>
            <a:r>
              <a:rPr lang="en-US" sz="600" dirty="0"/>
              <a:t>B 61</a:t>
            </a:r>
          </a:p>
        </p:txBody>
      </p:sp>
      <p:sp>
        <p:nvSpPr>
          <p:cNvPr id="9" name="Rectangle 8"/>
          <p:cNvSpPr/>
          <p:nvPr userDrawn="1"/>
        </p:nvSpPr>
        <p:spPr>
          <a:xfrm>
            <a:off x="14282011" y="1590548"/>
            <a:ext cx="595070" cy="62132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Tech</a:t>
            </a:r>
            <a:br>
              <a:rPr lang="en-US" sz="600" b="1" dirty="0"/>
            </a:br>
            <a:r>
              <a:rPr lang="en-US" sz="600" b="1" dirty="0"/>
              <a:t>Red</a:t>
            </a:r>
          </a:p>
          <a:p>
            <a:pPr marL="171450"/>
            <a:r>
              <a:rPr lang="en-US" sz="600" dirty="0"/>
              <a:t>R 255</a:t>
            </a:r>
          </a:p>
          <a:p>
            <a:pPr marL="171450"/>
            <a:r>
              <a:rPr lang="en-US" sz="600" dirty="0"/>
              <a:t>G 48</a:t>
            </a:r>
          </a:p>
          <a:p>
            <a:pPr marL="171450"/>
            <a:r>
              <a:rPr lang="en-US" sz="600" dirty="0"/>
              <a:t>B 76</a:t>
            </a:r>
          </a:p>
        </p:txBody>
      </p:sp>
      <p:sp>
        <p:nvSpPr>
          <p:cNvPr id="10" name="Rectangle 9"/>
          <p:cNvSpPr/>
          <p:nvPr userDrawn="1"/>
        </p:nvSpPr>
        <p:spPr>
          <a:xfrm>
            <a:off x="14877081" y="1590548"/>
            <a:ext cx="595070" cy="6213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Zest</a:t>
            </a:r>
            <a:br>
              <a:rPr lang="en-US" sz="600" b="1" dirty="0"/>
            </a:br>
            <a:r>
              <a:rPr lang="en-US" sz="600" b="1" dirty="0"/>
              <a:t>Green</a:t>
            </a:r>
          </a:p>
          <a:p>
            <a:pPr marL="171450"/>
            <a:r>
              <a:rPr lang="en-US" sz="600" dirty="0"/>
              <a:t>R 149</a:t>
            </a:r>
          </a:p>
          <a:p>
            <a:pPr marL="171450"/>
            <a:r>
              <a:rPr lang="en-US" sz="600" dirty="0"/>
              <a:t>G 230</a:t>
            </a:r>
          </a:p>
          <a:p>
            <a:pPr marL="171450"/>
            <a:r>
              <a:rPr lang="en-US" sz="600" dirty="0"/>
              <a:t>B 22</a:t>
            </a:r>
          </a:p>
        </p:txBody>
      </p:sp>
      <p:sp>
        <p:nvSpPr>
          <p:cNvPr id="11" name="Rectangle 10"/>
          <p:cNvSpPr/>
          <p:nvPr userDrawn="1"/>
        </p:nvSpPr>
        <p:spPr>
          <a:xfrm>
            <a:off x="12496801" y="2468607"/>
            <a:ext cx="595070" cy="621323"/>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spcAft>
                <a:spcPts val="400"/>
              </a:spcAft>
            </a:pPr>
            <a:r>
              <a:rPr lang="en-US" sz="600" b="1" dirty="0"/>
              <a:t>Capgemini Blue</a:t>
            </a:r>
            <a:r>
              <a:rPr lang="en-US" sz="600" dirty="0"/>
              <a:t> (-50%)</a:t>
            </a:r>
          </a:p>
          <a:p>
            <a:pPr marL="171450"/>
            <a:r>
              <a:rPr lang="en-US" sz="600" dirty="0"/>
              <a:t>R 128</a:t>
            </a:r>
          </a:p>
          <a:p>
            <a:pPr marL="171450"/>
            <a:r>
              <a:rPr lang="en-US" sz="600" dirty="0"/>
              <a:t>G 184</a:t>
            </a:r>
          </a:p>
          <a:p>
            <a:pPr marL="171450"/>
            <a:r>
              <a:rPr lang="en-US" sz="600" dirty="0"/>
              <a:t>B 214</a:t>
            </a:r>
          </a:p>
        </p:txBody>
      </p:sp>
      <p:sp>
        <p:nvSpPr>
          <p:cNvPr id="12" name="Rectangle 11"/>
          <p:cNvSpPr/>
          <p:nvPr userDrawn="1"/>
        </p:nvSpPr>
        <p:spPr>
          <a:xfrm>
            <a:off x="13091871" y="2468607"/>
            <a:ext cx="595070" cy="621323"/>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spcAft>
                <a:spcPts val="400"/>
              </a:spcAft>
            </a:pPr>
            <a:r>
              <a:rPr lang="en-US" sz="600" b="1" dirty="0"/>
              <a:t>Vibrant</a:t>
            </a:r>
            <a:br>
              <a:rPr lang="en-US" sz="600" b="1" dirty="0"/>
            </a:br>
            <a:r>
              <a:rPr lang="en-US" sz="600" b="1" dirty="0"/>
              <a:t>Blue</a:t>
            </a:r>
            <a:r>
              <a:rPr lang="en-US" sz="600" dirty="0"/>
              <a:t> (-50%)</a:t>
            </a:r>
          </a:p>
          <a:p>
            <a:pPr marL="171450"/>
            <a:r>
              <a:rPr lang="en-US" sz="600" dirty="0"/>
              <a:t>R 136</a:t>
            </a:r>
          </a:p>
          <a:p>
            <a:pPr marL="171450"/>
            <a:r>
              <a:rPr lang="en-US" sz="600" dirty="0"/>
              <a:t>G 213</a:t>
            </a:r>
          </a:p>
          <a:p>
            <a:pPr marL="171450"/>
            <a:r>
              <a:rPr lang="en-US" sz="600" dirty="0"/>
              <a:t>B 237</a:t>
            </a:r>
          </a:p>
        </p:txBody>
      </p:sp>
      <p:sp>
        <p:nvSpPr>
          <p:cNvPr id="17" name="Rectangle 16"/>
          <p:cNvSpPr/>
          <p:nvPr userDrawn="1"/>
        </p:nvSpPr>
        <p:spPr>
          <a:xfrm>
            <a:off x="13686941" y="2468607"/>
            <a:ext cx="595070" cy="621323"/>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Bright</a:t>
            </a:r>
            <a:br>
              <a:rPr lang="en-US" sz="600" b="1" dirty="0"/>
            </a:br>
            <a:r>
              <a:rPr lang="en-US" sz="600" b="1" dirty="0"/>
              <a:t>Purple</a:t>
            </a:r>
          </a:p>
          <a:p>
            <a:pPr marL="171450"/>
            <a:r>
              <a:rPr lang="en-US" sz="600" dirty="0"/>
              <a:t>R 109</a:t>
            </a:r>
          </a:p>
          <a:p>
            <a:pPr marL="171450"/>
            <a:r>
              <a:rPr lang="en-US" sz="600" dirty="0"/>
              <a:t>G 100</a:t>
            </a:r>
          </a:p>
          <a:p>
            <a:pPr marL="171450"/>
            <a:r>
              <a:rPr lang="en-US" sz="600" dirty="0"/>
              <a:t>B 204</a:t>
            </a:r>
          </a:p>
        </p:txBody>
      </p:sp>
      <p:sp>
        <p:nvSpPr>
          <p:cNvPr id="18" name="Rectangle 17"/>
          <p:cNvSpPr/>
          <p:nvPr userDrawn="1"/>
        </p:nvSpPr>
        <p:spPr>
          <a:xfrm>
            <a:off x="14282011" y="2468607"/>
            <a:ext cx="595070" cy="621323"/>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Orange</a:t>
            </a:r>
          </a:p>
          <a:p>
            <a:pPr marL="171450"/>
            <a:r>
              <a:rPr lang="en-US" sz="600" dirty="0"/>
              <a:t>R 255</a:t>
            </a:r>
          </a:p>
          <a:p>
            <a:pPr marL="171450"/>
            <a:r>
              <a:rPr lang="en-US" sz="600" dirty="0"/>
              <a:t>G 99</a:t>
            </a:r>
          </a:p>
          <a:p>
            <a:pPr marL="171450"/>
            <a:r>
              <a:rPr lang="en-US" sz="600" dirty="0"/>
              <a:t>B 39</a:t>
            </a:r>
          </a:p>
        </p:txBody>
      </p:sp>
      <p:sp>
        <p:nvSpPr>
          <p:cNvPr id="19" name="Rectangle 18"/>
          <p:cNvSpPr/>
          <p:nvPr userDrawn="1"/>
        </p:nvSpPr>
        <p:spPr>
          <a:xfrm>
            <a:off x="14877081" y="2468607"/>
            <a:ext cx="595070" cy="621323"/>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Bright</a:t>
            </a:r>
            <a:br>
              <a:rPr lang="en-US" sz="600" b="1" dirty="0"/>
            </a:br>
            <a:r>
              <a:rPr lang="en-US" sz="600" b="1" dirty="0"/>
              <a:t>Green</a:t>
            </a:r>
          </a:p>
          <a:p>
            <a:pPr marL="171450"/>
            <a:r>
              <a:rPr lang="en-US" sz="600" dirty="0"/>
              <a:t>R 200</a:t>
            </a:r>
          </a:p>
          <a:p>
            <a:pPr marL="171450"/>
            <a:r>
              <a:rPr lang="en-US" sz="600" dirty="0"/>
              <a:t>G 255</a:t>
            </a:r>
          </a:p>
          <a:p>
            <a:pPr marL="171450"/>
            <a:r>
              <a:rPr lang="en-US" sz="600" dirty="0"/>
              <a:t>B 22</a:t>
            </a:r>
          </a:p>
        </p:txBody>
      </p:sp>
      <p:sp>
        <p:nvSpPr>
          <p:cNvPr id="20" name="Rectangle 19"/>
          <p:cNvSpPr/>
          <p:nvPr userDrawn="1"/>
        </p:nvSpPr>
        <p:spPr>
          <a:xfrm>
            <a:off x="13686941" y="3089930"/>
            <a:ext cx="595070" cy="621323"/>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Purple</a:t>
            </a:r>
          </a:p>
          <a:p>
            <a:pPr marL="171450"/>
            <a:r>
              <a:rPr lang="en-US" sz="600" dirty="0"/>
              <a:t>R 126</a:t>
            </a:r>
          </a:p>
          <a:p>
            <a:pPr marL="171450"/>
            <a:r>
              <a:rPr lang="en-US" sz="600" dirty="0"/>
              <a:t>G 57</a:t>
            </a:r>
          </a:p>
          <a:p>
            <a:pPr marL="171450"/>
            <a:r>
              <a:rPr lang="en-US" sz="600" dirty="0"/>
              <a:t>B 186</a:t>
            </a:r>
          </a:p>
        </p:txBody>
      </p:sp>
      <p:sp>
        <p:nvSpPr>
          <p:cNvPr id="21" name="Rectangle 20"/>
          <p:cNvSpPr/>
          <p:nvPr userDrawn="1"/>
        </p:nvSpPr>
        <p:spPr>
          <a:xfrm>
            <a:off x="14877081" y="3089930"/>
            <a:ext cx="595070" cy="621323"/>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Green</a:t>
            </a:r>
          </a:p>
          <a:p>
            <a:pPr marL="171450"/>
            <a:r>
              <a:rPr lang="en-US" sz="600" dirty="0"/>
              <a:t>R 0</a:t>
            </a:r>
          </a:p>
          <a:p>
            <a:pPr marL="171450"/>
            <a:r>
              <a:rPr lang="en-US" sz="600" dirty="0"/>
              <a:t>G 195</a:t>
            </a:r>
          </a:p>
          <a:p>
            <a:pPr marL="171450"/>
            <a:r>
              <a:rPr lang="en-US" sz="600" dirty="0"/>
              <a:t>B 123</a:t>
            </a:r>
          </a:p>
        </p:txBody>
      </p:sp>
      <p:sp>
        <p:nvSpPr>
          <p:cNvPr id="22" name="Rectangle 21"/>
          <p:cNvSpPr/>
          <p:nvPr userDrawn="1"/>
        </p:nvSpPr>
        <p:spPr>
          <a:xfrm>
            <a:off x="14877081" y="4948917"/>
            <a:ext cx="595070" cy="621323"/>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Dark</a:t>
            </a:r>
            <a:br>
              <a:rPr lang="en-US" sz="600" b="1" dirty="0"/>
            </a:br>
            <a:r>
              <a:rPr lang="en-US" sz="600" b="1" dirty="0"/>
              <a:t>Green</a:t>
            </a:r>
          </a:p>
          <a:p>
            <a:pPr marL="171450"/>
            <a:r>
              <a:rPr lang="en-US" sz="600" dirty="0"/>
              <a:t>R 21</a:t>
            </a:r>
          </a:p>
          <a:p>
            <a:pPr marL="171450"/>
            <a:r>
              <a:rPr lang="en-US" sz="600" dirty="0"/>
              <a:t>G 99</a:t>
            </a:r>
          </a:p>
          <a:p>
            <a:pPr marL="171450"/>
            <a:r>
              <a:rPr lang="en-US" sz="600" dirty="0"/>
              <a:t>B 107</a:t>
            </a:r>
          </a:p>
        </p:txBody>
      </p:sp>
      <p:sp>
        <p:nvSpPr>
          <p:cNvPr id="23" name="Rectangle 22"/>
          <p:cNvSpPr/>
          <p:nvPr userDrawn="1"/>
        </p:nvSpPr>
        <p:spPr>
          <a:xfrm>
            <a:off x="14877081" y="4330085"/>
            <a:ext cx="595070" cy="621323"/>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Aqua</a:t>
            </a:r>
          </a:p>
          <a:p>
            <a:pPr marL="171450"/>
            <a:r>
              <a:rPr lang="en-US" sz="600" dirty="0"/>
              <a:t>R 15</a:t>
            </a:r>
          </a:p>
          <a:p>
            <a:pPr marL="171450"/>
            <a:r>
              <a:rPr lang="en-US" sz="600" dirty="0"/>
              <a:t>G 153</a:t>
            </a:r>
          </a:p>
          <a:p>
            <a:pPr marL="171450"/>
            <a:r>
              <a:rPr lang="en-US" sz="600" dirty="0"/>
              <a:t>B 156</a:t>
            </a:r>
          </a:p>
        </p:txBody>
      </p:sp>
      <p:sp>
        <p:nvSpPr>
          <p:cNvPr id="24" name="Rectangle 23"/>
          <p:cNvSpPr/>
          <p:nvPr userDrawn="1"/>
        </p:nvSpPr>
        <p:spPr>
          <a:xfrm>
            <a:off x="14877081" y="3711253"/>
            <a:ext cx="595070" cy="621323"/>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Bright</a:t>
            </a:r>
            <a:br>
              <a:rPr lang="en-US" sz="600" b="1" dirty="0"/>
            </a:br>
            <a:r>
              <a:rPr lang="en-US" sz="600" b="1" dirty="0"/>
              <a:t>Aqua</a:t>
            </a:r>
          </a:p>
          <a:p>
            <a:pPr marL="171450"/>
            <a:r>
              <a:rPr lang="en-US" sz="600" dirty="0"/>
              <a:t>R 1</a:t>
            </a:r>
          </a:p>
          <a:p>
            <a:pPr marL="171450"/>
            <a:r>
              <a:rPr lang="en-US" sz="600" dirty="0"/>
              <a:t>G 209</a:t>
            </a:r>
          </a:p>
          <a:p>
            <a:pPr marL="171450"/>
            <a:r>
              <a:rPr lang="en-US" sz="600" dirty="0"/>
              <a:t>B 208</a:t>
            </a:r>
          </a:p>
        </p:txBody>
      </p:sp>
      <p:sp>
        <p:nvSpPr>
          <p:cNvPr id="25" name="Rectangle 24"/>
          <p:cNvSpPr/>
          <p:nvPr userDrawn="1"/>
        </p:nvSpPr>
        <p:spPr>
          <a:xfrm>
            <a:off x="14282011" y="3089930"/>
            <a:ext cx="595070" cy="621323"/>
          </a:xfrm>
          <a:prstGeom prst="rect">
            <a:avLst/>
          </a:prstGeom>
          <a:solidFill>
            <a:srgbClr val="FF0C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Peach</a:t>
            </a:r>
          </a:p>
          <a:p>
            <a:pPr marL="171450"/>
            <a:r>
              <a:rPr lang="en-US" sz="600" dirty="0"/>
              <a:t>R 255</a:t>
            </a:r>
          </a:p>
          <a:p>
            <a:pPr marL="171450"/>
            <a:r>
              <a:rPr lang="en-US" sz="600" dirty="0"/>
              <a:t>G 126</a:t>
            </a:r>
          </a:p>
          <a:p>
            <a:pPr marL="171450"/>
            <a:r>
              <a:rPr lang="en-US" sz="600" dirty="0"/>
              <a:t>B 131</a:t>
            </a:r>
          </a:p>
        </p:txBody>
      </p:sp>
      <p:sp>
        <p:nvSpPr>
          <p:cNvPr id="26" name="Rectangle 25"/>
          <p:cNvSpPr/>
          <p:nvPr userDrawn="1"/>
        </p:nvSpPr>
        <p:spPr>
          <a:xfrm>
            <a:off x="14282011" y="3711253"/>
            <a:ext cx="595070" cy="621323"/>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Light</a:t>
            </a:r>
            <a:br>
              <a:rPr lang="en-US" sz="600" b="1" dirty="0"/>
            </a:br>
            <a:r>
              <a:rPr lang="en-US" sz="600" b="1" dirty="0"/>
              <a:t>Claret</a:t>
            </a:r>
          </a:p>
          <a:p>
            <a:pPr marL="171450"/>
            <a:r>
              <a:rPr lang="en-US" sz="600" dirty="0"/>
              <a:t>R 203</a:t>
            </a:r>
          </a:p>
          <a:p>
            <a:pPr marL="171450"/>
            <a:r>
              <a:rPr lang="en-US" sz="600" dirty="0"/>
              <a:t>G 41</a:t>
            </a:r>
          </a:p>
          <a:p>
            <a:pPr marL="171450"/>
            <a:r>
              <a:rPr lang="en-US" sz="600" dirty="0"/>
              <a:t>B 128</a:t>
            </a:r>
          </a:p>
        </p:txBody>
      </p:sp>
      <p:sp>
        <p:nvSpPr>
          <p:cNvPr id="27" name="Rectangle 26"/>
          <p:cNvSpPr/>
          <p:nvPr userDrawn="1"/>
        </p:nvSpPr>
        <p:spPr>
          <a:xfrm>
            <a:off x="14282011" y="4330085"/>
            <a:ext cx="595070" cy="621323"/>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Claret</a:t>
            </a:r>
          </a:p>
          <a:p>
            <a:pPr marL="171450"/>
            <a:r>
              <a:rPr lang="en-US" sz="600" dirty="0"/>
              <a:t>R 134</a:t>
            </a:r>
          </a:p>
          <a:p>
            <a:pPr marL="171450"/>
            <a:r>
              <a:rPr lang="en-US" sz="600" dirty="0"/>
              <a:t>G 8</a:t>
            </a:r>
          </a:p>
          <a:p>
            <a:pPr marL="171450"/>
            <a:r>
              <a:rPr lang="en-US" sz="600" dirty="0"/>
              <a:t>B 100</a:t>
            </a:r>
          </a:p>
        </p:txBody>
      </p:sp>
      <p:sp>
        <p:nvSpPr>
          <p:cNvPr id="28" name="Rectangle 27"/>
          <p:cNvSpPr/>
          <p:nvPr userDrawn="1"/>
        </p:nvSpPr>
        <p:spPr>
          <a:xfrm>
            <a:off x="12496801" y="1405970"/>
            <a:ext cx="5706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en-US" sz="1000" b="1" dirty="0">
                <a:solidFill>
                  <a:schemeClr val="tx2"/>
                </a:solidFill>
              </a:rPr>
              <a:t>Primary</a:t>
            </a:r>
          </a:p>
        </p:txBody>
      </p:sp>
      <p:sp>
        <p:nvSpPr>
          <p:cNvPr id="29" name="Rectangle 28"/>
          <p:cNvSpPr/>
          <p:nvPr userDrawn="1"/>
        </p:nvSpPr>
        <p:spPr>
          <a:xfrm>
            <a:off x="12496801" y="2285400"/>
            <a:ext cx="843180"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en-US" sz="1000" b="1" dirty="0">
                <a:solidFill>
                  <a:schemeClr val="tx2"/>
                </a:solidFill>
              </a:rPr>
              <a:t>Infographic</a:t>
            </a:r>
          </a:p>
        </p:txBody>
      </p:sp>
      <p:sp>
        <p:nvSpPr>
          <p:cNvPr id="30" name="Rectangle 29"/>
          <p:cNvSpPr/>
          <p:nvPr userDrawn="1"/>
        </p:nvSpPr>
        <p:spPr>
          <a:xfrm>
            <a:off x="13686941" y="1405970"/>
            <a:ext cx="753411"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en-US" sz="1000" b="1" dirty="0">
                <a:solidFill>
                  <a:schemeClr val="tx2"/>
                </a:solidFill>
              </a:rPr>
              <a:t>Secondary</a:t>
            </a:r>
          </a:p>
        </p:txBody>
      </p:sp>
      <p:sp>
        <p:nvSpPr>
          <p:cNvPr id="31" name="Rectangle 30"/>
          <p:cNvSpPr/>
          <p:nvPr userDrawn="1"/>
        </p:nvSpPr>
        <p:spPr>
          <a:xfrm>
            <a:off x="13686941" y="3711253"/>
            <a:ext cx="595070" cy="621323"/>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Dark</a:t>
            </a:r>
            <a:br>
              <a:rPr lang="en-US" sz="600" b="1" dirty="0"/>
            </a:br>
            <a:r>
              <a:rPr lang="en-US" sz="600" b="1" dirty="0"/>
              <a:t>Purple</a:t>
            </a:r>
          </a:p>
          <a:p>
            <a:pPr marL="171450"/>
            <a:r>
              <a:rPr lang="en-US" sz="600" dirty="0"/>
              <a:t>R 71</a:t>
            </a:r>
          </a:p>
          <a:p>
            <a:pPr marL="171450"/>
            <a:r>
              <a:rPr lang="en-US" sz="600" dirty="0"/>
              <a:t>G 1</a:t>
            </a:r>
          </a:p>
          <a:p>
            <a:pPr marL="171450"/>
            <a:r>
              <a:rPr lang="en-US" sz="600" dirty="0"/>
              <a:t>B 167</a:t>
            </a:r>
          </a:p>
        </p:txBody>
      </p:sp>
    </p:spTree>
    <p:extLst>
      <p:ext uri="{BB962C8B-B14F-4D97-AF65-F5344CB8AC3E}">
        <p14:creationId xmlns:p14="http://schemas.microsoft.com/office/powerpoint/2010/main" val="321207809"/>
      </p:ext>
    </p:extLst>
  </p:cSld>
  <p:clrMap bg1="lt1" tx1="dk1" bg2="lt2" tx2="dk2" accent1="accent1" accent2="accent2" accent3="accent3" accent4="accent4" accent5="accent5" accent6="accent6" hlink="hlink" folHlink="folHlink"/>
  <p:sldLayoutIdLst>
    <p:sldLayoutId id="2147483796" r:id="rId1"/>
    <p:sldLayoutId id="2147483743" r:id="rId2"/>
    <p:sldLayoutId id="2147483812" r:id="rId3"/>
    <p:sldLayoutId id="2147483744" r:id="rId4"/>
    <p:sldLayoutId id="2147483745" r:id="rId5"/>
    <p:sldLayoutId id="2147483746" r:id="rId6"/>
    <p:sldLayoutId id="2147483747" r:id="rId7"/>
    <p:sldLayoutId id="2147483798" r:id="rId8"/>
  </p:sldLayoutIdLst>
  <p:txStyles>
    <p:titleStyle>
      <a:lvl1pPr algn="l" defTabSz="914400" rtl="0" eaLnBrk="1" latinLnBrk="0" hangingPunct="1">
        <a:lnSpc>
          <a:spcPct val="90000"/>
        </a:lnSpc>
        <a:spcBef>
          <a:spcPct val="0"/>
        </a:spcBef>
        <a:buNone/>
        <a:defRPr sz="2600" kern="1200">
          <a:solidFill>
            <a:schemeClr val="tx2"/>
          </a:solidFill>
          <a:latin typeface="+mj-lt"/>
          <a:ea typeface="+mj-ea"/>
          <a:cs typeface="+mj-cs"/>
        </a:defRPr>
      </a:lvl1pPr>
    </p:titleStyle>
    <p:bodyStyle>
      <a:lvl1pPr marL="0" indent="0" algn="l" defTabSz="914400" rtl="0" eaLnBrk="1" latinLnBrk="0" hangingPunct="1">
        <a:lnSpc>
          <a:spcPts val="22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231775" indent="-228600" algn="l" defTabSz="914400" rtl="0" eaLnBrk="1" latinLnBrk="0" hangingPunct="1">
        <a:lnSpc>
          <a:spcPts val="1800"/>
        </a:lnSpc>
        <a:spcBef>
          <a:spcPts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63550" indent="-231775" algn="l" defTabSz="914400" rtl="0" eaLnBrk="1" latinLnBrk="0" hangingPunct="1">
        <a:lnSpc>
          <a:spcPts val="16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82625" indent="-219075" algn="l" defTabSz="914400" rtl="0" eaLnBrk="1" latinLnBrk="0" hangingPunct="1">
        <a:lnSpc>
          <a:spcPts val="1400"/>
        </a:lnSpc>
        <a:spcBef>
          <a:spcPts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userDrawn="1">
          <p15:clr>
            <a:srgbClr val="F26B43"/>
          </p15:clr>
        </p15:guide>
        <p15:guide id="2" pos="257" userDrawn="1">
          <p15:clr>
            <a:srgbClr val="F26B43"/>
          </p15:clr>
        </p15:guide>
        <p15:guide id="3" pos="7423" userDrawn="1">
          <p15:clr>
            <a:srgbClr val="F26B43"/>
          </p15:clr>
        </p15:guide>
        <p15:guide id="4" orient="horz" pos="4065" userDrawn="1">
          <p15:clr>
            <a:srgbClr val="F26B43"/>
          </p15:clr>
        </p15:guide>
        <p15:guide id="5" orient="horz" pos="799" userDrawn="1">
          <p15:clr>
            <a:srgbClr val="F26B43"/>
          </p15:clr>
        </p15:guide>
        <p15:guide id="6" orient="horz" pos="890" userDrawn="1">
          <p15:clr>
            <a:srgbClr val="F26B43"/>
          </p15:clr>
        </p15:guide>
        <p15:guide id="7" pos="3840" userDrawn="1">
          <p15:clr>
            <a:srgbClr val="F26B43"/>
          </p15:clr>
        </p15:guide>
        <p15:guide id="8" pos="3749" userDrawn="1">
          <p15:clr>
            <a:srgbClr val="F26B43"/>
          </p15:clr>
        </p15:guide>
        <p15:guide id="9" pos="3931"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1">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10/6/2021</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8059329"/>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847" r:id="rId14"/>
    <p:sldLayoutId id="2147483848" r:id="rId15"/>
    <p:sldLayoutId id="2147483849" r:id="rId16"/>
    <p:sldLayoutId id="2147483850" r:id="rId17"/>
    <p:sldLayoutId id="2147483851" r:id="rId18"/>
    <p:sldLayoutId id="2147483853" r:id="rId19"/>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65" userDrawn="1">
          <p15:clr>
            <a:srgbClr val="F26B43"/>
          </p15:clr>
        </p15:guide>
        <p15:guide id="2" pos="257" userDrawn="1">
          <p15:clr>
            <a:srgbClr val="F26B43"/>
          </p15:clr>
        </p15:guide>
        <p15:guide id="3" pos="7423" userDrawn="1">
          <p15:clr>
            <a:srgbClr val="F26B43"/>
          </p15:clr>
        </p15:guide>
        <p15:guide id="4" orient="horz" pos="255" userDrawn="1">
          <p15:clr>
            <a:srgbClr val="F26B43"/>
          </p15:clr>
        </p15:guide>
        <p15:guide id="5" orient="horz" pos="799" userDrawn="1">
          <p15:clr>
            <a:srgbClr val="F26B43"/>
          </p15:clr>
        </p15:guide>
        <p15:guide id="6" orient="horz" pos="890" userDrawn="1">
          <p15:clr>
            <a:srgbClr val="F26B43"/>
          </p15:clr>
        </p15:guide>
        <p15:guide id="7" pos="3840" userDrawn="1">
          <p15:clr>
            <a:srgbClr val="F26B43"/>
          </p15:clr>
        </p15:guide>
        <p15:guide id="8" pos="3749" userDrawn="1">
          <p15:clr>
            <a:srgbClr val="F26B43"/>
          </p15:clr>
        </p15:guide>
        <p15:guide id="9" pos="393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2.xml"/></Relationships>
</file>

<file path=ppt/slides/_rels/slide2.xml.rels><?xml version="1.0" encoding="UTF-8" standalone="yes"?>
<Relationships xmlns="http://schemas.openxmlformats.org/package/2006/relationships"><Relationship Id="rId3" Type="http://schemas.openxmlformats.org/officeDocument/2006/relationships/hyperlink" Target="https://www.coursera.org/learn/communication-strategies-virtual-age?" TargetMode="External"/><Relationship Id="rId2" Type="http://schemas.openxmlformats.org/officeDocument/2006/relationships/hyperlink" Target="https://www.coursera.org/learn/professional-emails-english" TargetMode="External"/><Relationship Id="rId1" Type="http://schemas.openxmlformats.org/officeDocument/2006/relationships/slideLayout" Target="../slideLayouts/slideLayout63.xml"/><Relationship Id="rId5" Type="http://schemas.openxmlformats.org/officeDocument/2006/relationships/hyperlink" Target="https://www.coursera.org/learn/career-planning-tsu/home/welcome" TargetMode="External"/><Relationship Id="rId4" Type="http://schemas.openxmlformats.org/officeDocument/2006/relationships/hyperlink" Target="https://www.coursera.org/learn/presentation-skills/home/welcome"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drive.google.com/file/d/1TrZWlzzOXqHKzo8JgFoRr9jjV0r5lW1v/view?usp=sharing" TargetMode="External"/><Relationship Id="rId2" Type="http://schemas.openxmlformats.org/officeDocument/2006/relationships/notesSlide" Target="../notesSlides/notesSlide2.xml"/><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A4AC288-5321-4B75-8CA5-4D2560834C87}"/>
              </a:ext>
            </a:extLst>
          </p:cNvPr>
          <p:cNvSpPr txBox="1"/>
          <p:nvPr/>
        </p:nvSpPr>
        <p:spPr>
          <a:xfrm>
            <a:off x="381000" y="457200"/>
            <a:ext cx="11658600" cy="67710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n-US" dirty="0"/>
          </a:p>
          <a:p>
            <a:pPr algn="ctr"/>
            <a:r>
              <a:rPr lang="en-US" b="1" dirty="0"/>
              <a:t>Welcome to the Learning Journey  :</a:t>
            </a:r>
            <a:r>
              <a:rPr lang="en-US" sz="2000" b="1" dirty="0">
                <a:effectLst>
                  <a:outerShdw blurRad="38100" dist="38100" dir="2700000" algn="tl">
                    <a:srgbClr val="000000">
                      <a:alpha val="43137"/>
                    </a:srgbClr>
                  </a:outerShdw>
                </a:effectLst>
              </a:rPr>
              <a:t> Soft Skills for Professionals </a:t>
            </a:r>
            <a:endParaRPr lang="en-US" b="1" dirty="0"/>
          </a:p>
        </p:txBody>
      </p:sp>
    </p:spTree>
    <p:extLst>
      <p:ext uri="{BB962C8B-B14F-4D97-AF65-F5344CB8AC3E}">
        <p14:creationId xmlns:p14="http://schemas.microsoft.com/office/powerpoint/2010/main" val="3032178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BCB975-9C99-4B67-8DC1-F2FFB9D04E16}"/>
              </a:ext>
            </a:extLst>
          </p:cNvPr>
          <p:cNvSpPr/>
          <p:nvPr/>
        </p:nvSpPr>
        <p:spPr>
          <a:xfrm>
            <a:off x="381000" y="1143000"/>
            <a:ext cx="10820400" cy="547842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1400" b="1" dirty="0"/>
              <a:t>Orientation - e learning courses on Next </a:t>
            </a:r>
          </a:p>
          <a:p>
            <a:r>
              <a:rPr lang="en-US" sz="1400" b="1" i="1" dirty="0"/>
              <a:t>Next is the digital learning platform of Capgemini </a:t>
            </a:r>
          </a:p>
          <a:p>
            <a:endParaRPr lang="en-US" sz="1400" b="1" dirty="0"/>
          </a:p>
          <a:p>
            <a:r>
              <a:rPr lang="en-US" sz="1400" b="1" dirty="0"/>
              <a:t>Digital Learning Courses with timelines ( Soft Skills ) </a:t>
            </a:r>
          </a:p>
          <a:p>
            <a:endParaRPr lang="en-US" sz="1400" dirty="0"/>
          </a:p>
          <a:p>
            <a:r>
              <a:rPr lang="en-US" sz="1400" dirty="0"/>
              <a:t>Georgia tech : Writing professional emails – 19 hrs</a:t>
            </a:r>
          </a:p>
          <a:p>
            <a:endParaRPr lang="en-US" sz="1400" b="1" dirty="0"/>
          </a:p>
          <a:p>
            <a:r>
              <a:rPr lang="en-US" sz="1400" dirty="0"/>
              <a:t>Direct link : </a:t>
            </a:r>
            <a:r>
              <a:rPr lang="en-US" sz="1400" dirty="0">
                <a:hlinkClick r:id="rId2"/>
              </a:rPr>
              <a:t>https://www.coursera.org/learn/professional-emails-english</a:t>
            </a:r>
            <a:endParaRPr lang="en-US" sz="1400" dirty="0"/>
          </a:p>
          <a:p>
            <a:endParaRPr lang="en-US" sz="1400" dirty="0"/>
          </a:p>
          <a:p>
            <a:r>
              <a:rPr lang="en-US" sz="1400" dirty="0"/>
              <a:t>University of Toronto : Communication strategies for a virtual age – 6 hrs</a:t>
            </a:r>
            <a:endParaRPr lang="en-US" sz="1200" b="1" dirty="0"/>
          </a:p>
          <a:p>
            <a:endParaRPr lang="en-US" sz="1400" dirty="0"/>
          </a:p>
          <a:p>
            <a:r>
              <a:rPr lang="en-US" sz="1400" dirty="0"/>
              <a:t>Direct link :  </a:t>
            </a:r>
            <a:r>
              <a:rPr lang="en-US" sz="1400" dirty="0">
                <a:hlinkClick r:id="rId3"/>
              </a:rPr>
              <a:t>https://www.coursera.org/learn/communication-strategies-virtual-age?</a:t>
            </a:r>
            <a:endParaRPr lang="en-US" sz="1400" dirty="0"/>
          </a:p>
          <a:p>
            <a:endParaRPr lang="en-US" sz="1400" dirty="0"/>
          </a:p>
          <a:p>
            <a:r>
              <a:rPr lang="en-US" sz="1400" dirty="0"/>
              <a:t>University of Colorado Boulder : Successful presentations – 16 hrs</a:t>
            </a:r>
            <a:endParaRPr lang="en-US" sz="1200" b="1" dirty="0"/>
          </a:p>
          <a:p>
            <a:endParaRPr lang="en-US" sz="1400" dirty="0"/>
          </a:p>
          <a:p>
            <a:r>
              <a:rPr lang="en-US" sz="1400" dirty="0"/>
              <a:t>Direct link : </a:t>
            </a:r>
            <a:r>
              <a:rPr lang="en-US" sz="1400" dirty="0">
                <a:hlinkClick r:id="rId4"/>
              </a:rPr>
              <a:t>https://www.coursera.org/learn/presentation-skills/home/welcome</a:t>
            </a:r>
            <a:endParaRPr lang="en-US" sz="1400" dirty="0"/>
          </a:p>
          <a:p>
            <a:endParaRPr lang="en-US" sz="1400" dirty="0"/>
          </a:p>
          <a:p>
            <a:r>
              <a:rPr lang="en-US" sz="1400" dirty="0"/>
              <a:t>Tomsk State University : Career planning: resume/CV, cover letter, interview- 10 hrs </a:t>
            </a:r>
          </a:p>
          <a:p>
            <a:endParaRPr lang="en-US" sz="1400" dirty="0"/>
          </a:p>
          <a:p>
            <a:r>
              <a:rPr lang="en-US" sz="1400" dirty="0"/>
              <a:t>Direct link : </a:t>
            </a:r>
            <a:r>
              <a:rPr lang="en-US" sz="1400" dirty="0">
                <a:hlinkClick r:id="rId5"/>
              </a:rPr>
              <a:t>https://www.coursera.org/learn/career-planning-tsu/home/welcome</a:t>
            </a:r>
            <a:endParaRPr lang="en-US" sz="1400" dirty="0"/>
          </a:p>
          <a:p>
            <a:endParaRPr lang="en-US" sz="1400" dirty="0"/>
          </a:p>
          <a:p>
            <a:endParaRPr lang="en-US" sz="1400" dirty="0"/>
          </a:p>
          <a:p>
            <a:endParaRPr lang="en-US" sz="1200" u="sng" dirty="0">
              <a:highlight>
                <a:srgbClr val="00FF00"/>
              </a:highlight>
            </a:endParaRPr>
          </a:p>
          <a:p>
            <a:endParaRPr lang="en-US" dirty="0"/>
          </a:p>
        </p:txBody>
      </p:sp>
    </p:spTree>
    <p:extLst>
      <p:ext uri="{BB962C8B-B14F-4D97-AF65-F5344CB8AC3E}">
        <p14:creationId xmlns:p14="http://schemas.microsoft.com/office/powerpoint/2010/main" val="1649842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144B83-7073-48C6-9A08-EEF6103F78D0}"/>
              </a:ext>
            </a:extLst>
          </p:cNvPr>
          <p:cNvSpPr/>
          <p:nvPr/>
        </p:nvSpPr>
        <p:spPr>
          <a:xfrm>
            <a:off x="0" y="0"/>
            <a:ext cx="12192000" cy="6172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Bulle narrative : rectangle à coins arrondis 4">
            <a:extLst>
              <a:ext uri="{FF2B5EF4-FFF2-40B4-BE49-F238E27FC236}">
                <a16:creationId xmlns:a16="http://schemas.microsoft.com/office/drawing/2014/main" id="{FABB58BE-9D34-41FC-AB6C-906F74C8B59D}"/>
              </a:ext>
            </a:extLst>
          </p:cNvPr>
          <p:cNvSpPr/>
          <p:nvPr/>
        </p:nvSpPr>
        <p:spPr>
          <a:xfrm>
            <a:off x="381000" y="597932"/>
            <a:ext cx="3886200" cy="1676400"/>
          </a:xfrm>
          <a:prstGeom prst="round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solidFill>
                  <a:schemeClr val="tx1"/>
                </a:solidFill>
              </a:rPr>
              <a:t>How to Access the Courses </a:t>
            </a:r>
          </a:p>
        </p:txBody>
      </p:sp>
      <p:sp>
        <p:nvSpPr>
          <p:cNvPr id="2" name="TextBox 1">
            <a:extLst>
              <a:ext uri="{FF2B5EF4-FFF2-40B4-BE49-F238E27FC236}">
                <a16:creationId xmlns:a16="http://schemas.microsoft.com/office/drawing/2014/main" id="{E49D5E62-C9E4-46AB-AE27-A57805F74520}"/>
              </a:ext>
            </a:extLst>
          </p:cNvPr>
          <p:cNvSpPr txBox="1"/>
          <p:nvPr/>
        </p:nvSpPr>
        <p:spPr>
          <a:xfrm>
            <a:off x="5257800" y="1066800"/>
            <a:ext cx="4343400" cy="369332"/>
          </a:xfrm>
          <a:prstGeom prst="rect">
            <a:avLst/>
          </a:prstGeom>
          <a:noFill/>
        </p:spPr>
        <p:txBody>
          <a:bodyPr wrap="square" rtlCol="0">
            <a:spAutoFit/>
          </a:bodyPr>
          <a:lstStyle/>
          <a:p>
            <a:r>
              <a:rPr lang="en-US" dirty="0"/>
              <a:t>This link is accessible to all </a:t>
            </a:r>
          </a:p>
        </p:txBody>
      </p:sp>
      <p:sp>
        <p:nvSpPr>
          <p:cNvPr id="15" name="TextBox 14">
            <a:extLst>
              <a:ext uri="{FF2B5EF4-FFF2-40B4-BE49-F238E27FC236}">
                <a16:creationId xmlns:a16="http://schemas.microsoft.com/office/drawing/2014/main" id="{1B82A46F-4284-462F-8201-E8004E6E881C}"/>
              </a:ext>
            </a:extLst>
          </p:cNvPr>
          <p:cNvSpPr txBox="1"/>
          <p:nvPr/>
        </p:nvSpPr>
        <p:spPr>
          <a:xfrm>
            <a:off x="381000" y="3332570"/>
            <a:ext cx="11658600" cy="646331"/>
          </a:xfrm>
          <a:prstGeom prst="rect">
            <a:avLst/>
          </a:prstGeom>
          <a:noFill/>
        </p:spPr>
        <p:txBody>
          <a:bodyPr wrap="square" rtlCol="0">
            <a:spAutoFit/>
          </a:bodyPr>
          <a:lstStyle/>
          <a:p>
            <a:r>
              <a:rPr lang="en-US" dirty="0">
                <a:hlinkClick r:id="rId3">
                  <a:extLst>
                    <a:ext uri="{A12FA001-AC4F-418D-AE19-62706E023703}">
                      <ahyp:hlinkClr xmlns:ahyp="http://schemas.microsoft.com/office/drawing/2018/hyperlinkcolor" val="tx"/>
                    </a:ext>
                  </a:extLst>
                </a:hlinkClick>
              </a:rPr>
              <a:t>https://drive.google.com/file/d/1TrZWlzzOXqHKzo8JgFoRr9jjV0r5lW1v/view?usp=sharing</a:t>
            </a:r>
            <a:endParaRPr lang="en-US" dirty="0"/>
          </a:p>
          <a:p>
            <a:endParaRPr lang="en-US" dirty="0"/>
          </a:p>
        </p:txBody>
      </p:sp>
    </p:spTree>
    <p:extLst>
      <p:ext uri="{BB962C8B-B14F-4D97-AF65-F5344CB8AC3E}">
        <p14:creationId xmlns:p14="http://schemas.microsoft.com/office/powerpoint/2010/main" val="834219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5.xml.rels><?xml version="1.0" encoding="UTF-8" standalone="yes"?>
<Relationships xmlns="http://schemas.openxmlformats.org/package/2006/relationships"><Relationship Id="rId1" Type="http://schemas.openxmlformats.org/officeDocument/2006/relationships/image" Target="../media/image50.jpeg"/></Relationships>
</file>

<file path=ppt/theme/theme1.xml><?xml version="1.0" encoding="utf-8"?>
<a:theme xmlns:a="http://schemas.openxmlformats.org/drawingml/2006/main" name="Capgemini 2017_Cover slide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F4EDDD86-B8A8-46E1-81BA-C40220CF151C}" vid="{D76BB8BF-901C-4709-A70B-B9D859909653}"/>
    </a:ext>
  </a:extLst>
</a:theme>
</file>

<file path=ppt/theme/theme2.xml><?xml version="1.0" encoding="utf-8"?>
<a:theme xmlns:a="http://schemas.openxmlformats.org/drawingml/2006/main" name="Section slide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F4EDDD86-B8A8-46E1-81BA-C40220CF151C}" vid="{B504A320-BF0C-4A8E-8664-9644A9AF95DC}"/>
    </a:ext>
  </a:extLst>
</a:theme>
</file>

<file path=ppt/theme/theme3.xml><?xml version="1.0" encoding="utf-8"?>
<a:theme xmlns:a="http://schemas.openxmlformats.org/drawingml/2006/main" name="Content Layout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F4EDDD86-B8A8-46E1-81BA-C40220CF151C}" vid="{14D83F11-89F6-4441-B5DC-94FD0DFB8031}"/>
    </a:ext>
  </a:extLst>
</a:theme>
</file>

<file path=ppt/theme/theme4.xml><?xml version="1.0" encoding="utf-8"?>
<a:theme xmlns:a="http://schemas.openxmlformats.org/drawingml/2006/main" name="Content and Image Layout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F4EDDD86-B8A8-46E1-81BA-C40220CF151C}" vid="{B065CD12-128C-4DBC-873E-82FC4B88A761}"/>
    </a:ext>
  </a:extLst>
</a:theme>
</file>

<file path=ppt/theme/theme5.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6.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Capgemini_Template</Template>
  <TotalTime>3406</TotalTime>
  <Words>199</Words>
  <Application>Microsoft Office PowerPoint</Application>
  <PresentationFormat>Widescreen</PresentationFormat>
  <Paragraphs>30</Paragraphs>
  <Slides>5</Slides>
  <Notes>2</Notes>
  <HiddenSlides>0</HiddenSlides>
  <MMClips>0</MMClips>
  <ScaleCrop>false</ScaleCrop>
  <HeadingPairs>
    <vt:vector size="8" baseType="variant">
      <vt:variant>
        <vt:lpstr>Fonts Used</vt:lpstr>
      </vt:variant>
      <vt:variant>
        <vt:i4>6</vt:i4>
      </vt:variant>
      <vt:variant>
        <vt:lpstr>Theme</vt:lpstr>
      </vt:variant>
      <vt:variant>
        <vt:i4>5</vt:i4>
      </vt:variant>
      <vt:variant>
        <vt:lpstr>Embedded OLE Servers</vt:lpstr>
      </vt:variant>
      <vt:variant>
        <vt:i4>1</vt:i4>
      </vt:variant>
      <vt:variant>
        <vt:lpstr>Slide Titles</vt:lpstr>
      </vt:variant>
      <vt:variant>
        <vt:i4>5</vt:i4>
      </vt:variant>
    </vt:vector>
  </HeadingPairs>
  <TitlesOfParts>
    <vt:vector size="17" baseType="lpstr">
      <vt:lpstr>Arial</vt:lpstr>
      <vt:lpstr>Calibri</vt:lpstr>
      <vt:lpstr>Century Gothic</vt:lpstr>
      <vt:lpstr>Verdana</vt:lpstr>
      <vt:lpstr>Wingdings</vt:lpstr>
      <vt:lpstr>Wingdings 3</vt:lpstr>
      <vt:lpstr>Capgemini 2017_Cover slides</vt:lpstr>
      <vt:lpstr>Section slides</vt:lpstr>
      <vt:lpstr>Content Layouts</vt:lpstr>
      <vt:lpstr>Content and Image Layouts</vt:lpstr>
      <vt:lpstr>Ion Boardroom</vt:lpstr>
      <vt:lpstr>think-cell Slide</vt:lpstr>
      <vt:lpstr>PowerPoint Presentation</vt:lpstr>
      <vt:lpstr>PowerPoint Presentation</vt:lpstr>
      <vt:lpstr>PowerPoint Presentation</vt:lpstr>
      <vt:lpstr>PowerPoint Presentation</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Click to insert title title</dc:title>
  <dc:creator>Phani, Supriti</dc:creator>
  <cp:lastModifiedBy>Venkata Govindu, Mylapally</cp:lastModifiedBy>
  <cp:revision>378</cp:revision>
  <dcterms:created xsi:type="dcterms:W3CDTF">2017-10-18T10:34:16Z</dcterms:created>
  <dcterms:modified xsi:type="dcterms:W3CDTF">2021-10-06T06:27:46Z</dcterms:modified>
</cp:coreProperties>
</file>